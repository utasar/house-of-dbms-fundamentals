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0" r:id="rId5"/>
    <p:sldId id="261" r:id="rId6"/>
    <p:sldId id="263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7" r:id="rId19"/>
    <p:sldId id="278" r:id="rId20"/>
    <p:sldId id="274" r:id="rId21"/>
    <p:sldId id="275" r:id="rId22"/>
    <p:sldId id="279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8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DA210F-17F9-4A3C-81FA-984B8CBCBC5A}" type="doc">
      <dgm:prSet loTypeId="urn:microsoft.com/office/officeart/2005/8/layout/list1" loCatId="list" qsTypeId="urn:microsoft.com/office/officeart/2005/8/quickstyle/simple1#1" qsCatId="simple" csTypeId="urn:microsoft.com/office/officeart/2005/8/colors/colorful2#1" csCatId="colorful" phldr="1"/>
      <dgm:spPr/>
      <dgm:t>
        <a:bodyPr/>
        <a:lstStyle/>
        <a:p>
          <a:endParaRPr lang="en-US"/>
        </a:p>
      </dgm:t>
    </dgm:pt>
    <dgm:pt modelId="{7F580197-D69F-4608-9C4A-5F06ED5A22D9}">
      <dgm:prSet/>
      <dgm:spPr/>
      <dgm:t>
        <a:bodyPr/>
        <a:lstStyle/>
        <a:p>
          <a:r>
            <a:rPr lang="en-US"/>
            <a:t>Physical Level</a:t>
          </a:r>
        </a:p>
      </dgm:t>
    </dgm:pt>
    <dgm:pt modelId="{ADC1A440-66D0-4018-9989-7A00F708004D}" type="parTrans" cxnId="{157DAD59-F180-4386-B1FC-D1552D7EEF06}">
      <dgm:prSet/>
      <dgm:spPr/>
      <dgm:t>
        <a:bodyPr/>
        <a:lstStyle/>
        <a:p>
          <a:endParaRPr lang="en-US"/>
        </a:p>
      </dgm:t>
    </dgm:pt>
    <dgm:pt modelId="{4637F185-08D1-4A37-87C9-2E982426C88D}" type="sibTrans" cxnId="{157DAD59-F180-4386-B1FC-D1552D7EEF06}">
      <dgm:prSet/>
      <dgm:spPr/>
      <dgm:t>
        <a:bodyPr/>
        <a:lstStyle/>
        <a:p>
          <a:endParaRPr lang="en-US"/>
        </a:p>
      </dgm:t>
    </dgm:pt>
    <dgm:pt modelId="{714F1CCC-9A91-435F-862A-138EFB717C66}">
      <dgm:prSet/>
      <dgm:spPr/>
      <dgm:t>
        <a:bodyPr/>
        <a:lstStyle/>
        <a:p>
          <a:r>
            <a:rPr lang="en-US" dirty="0"/>
            <a:t>How the Data is stored</a:t>
          </a:r>
        </a:p>
      </dgm:t>
    </dgm:pt>
    <dgm:pt modelId="{8F646AB1-CE01-4D30-8499-C6405825889F}" type="parTrans" cxnId="{DF131D55-5121-4898-8A1F-3A4B92AEF797}">
      <dgm:prSet/>
      <dgm:spPr/>
      <dgm:t>
        <a:bodyPr/>
        <a:lstStyle/>
        <a:p>
          <a:endParaRPr lang="en-US"/>
        </a:p>
      </dgm:t>
    </dgm:pt>
    <dgm:pt modelId="{A8E8B98A-65C0-4968-ADC7-EE05DA605E49}" type="sibTrans" cxnId="{DF131D55-5121-4898-8A1F-3A4B92AEF797}">
      <dgm:prSet/>
      <dgm:spPr/>
      <dgm:t>
        <a:bodyPr/>
        <a:lstStyle/>
        <a:p>
          <a:endParaRPr lang="en-US"/>
        </a:p>
      </dgm:t>
    </dgm:pt>
    <dgm:pt modelId="{594FAB6E-C916-445C-B8C7-3ED528E93C6F}">
      <dgm:prSet/>
      <dgm:spPr/>
      <dgm:t>
        <a:bodyPr/>
        <a:lstStyle/>
        <a:p>
          <a:r>
            <a:rPr lang="en-US"/>
            <a:t>Logical Level</a:t>
          </a:r>
        </a:p>
      </dgm:t>
    </dgm:pt>
    <dgm:pt modelId="{04D3640B-FCBC-427B-91BE-153696045601}" type="parTrans" cxnId="{81E5155E-E5F3-4953-B0A5-A6B4BF43D548}">
      <dgm:prSet/>
      <dgm:spPr/>
      <dgm:t>
        <a:bodyPr/>
        <a:lstStyle/>
        <a:p>
          <a:endParaRPr lang="en-US"/>
        </a:p>
      </dgm:t>
    </dgm:pt>
    <dgm:pt modelId="{CF0E5483-8292-464E-996D-E5A76E2C3816}" type="sibTrans" cxnId="{81E5155E-E5F3-4953-B0A5-A6B4BF43D548}">
      <dgm:prSet/>
      <dgm:spPr/>
      <dgm:t>
        <a:bodyPr/>
        <a:lstStyle/>
        <a:p>
          <a:endParaRPr lang="en-US"/>
        </a:p>
      </dgm:t>
    </dgm:pt>
    <dgm:pt modelId="{3489D03F-415D-4F57-AFD5-5F60B0A14674}">
      <dgm:prSet/>
      <dgm:spPr/>
      <dgm:t>
        <a:bodyPr/>
        <a:lstStyle/>
        <a:p>
          <a:r>
            <a:rPr lang="en-US"/>
            <a:t>What data is stored</a:t>
          </a:r>
        </a:p>
      </dgm:t>
    </dgm:pt>
    <dgm:pt modelId="{3D73BF31-9CDA-4489-8506-12E5445230D7}" type="parTrans" cxnId="{6C988927-D263-43EB-B510-533A826B3614}">
      <dgm:prSet/>
      <dgm:spPr/>
      <dgm:t>
        <a:bodyPr/>
        <a:lstStyle/>
        <a:p>
          <a:endParaRPr lang="en-US"/>
        </a:p>
      </dgm:t>
    </dgm:pt>
    <dgm:pt modelId="{C9BD83EF-73D0-4438-BA32-B2D9AE76F898}" type="sibTrans" cxnId="{6C988927-D263-43EB-B510-533A826B3614}">
      <dgm:prSet/>
      <dgm:spPr/>
      <dgm:t>
        <a:bodyPr/>
        <a:lstStyle/>
        <a:p>
          <a:endParaRPr lang="en-US"/>
        </a:p>
      </dgm:t>
    </dgm:pt>
    <dgm:pt modelId="{9013D117-6B51-46B2-AE19-546C86F883DC}">
      <dgm:prSet/>
      <dgm:spPr/>
      <dgm:t>
        <a:bodyPr/>
        <a:lstStyle/>
        <a:p>
          <a:r>
            <a:rPr lang="en-US"/>
            <a:t>Tables, attributes, relationships, constraints</a:t>
          </a:r>
        </a:p>
      </dgm:t>
    </dgm:pt>
    <dgm:pt modelId="{F8AE80FA-9415-40B7-B434-B94F0118EFBE}" type="parTrans" cxnId="{E969B532-46E5-4391-AA77-A63DE4FDD575}">
      <dgm:prSet/>
      <dgm:spPr/>
      <dgm:t>
        <a:bodyPr/>
        <a:lstStyle/>
        <a:p>
          <a:endParaRPr lang="en-US"/>
        </a:p>
      </dgm:t>
    </dgm:pt>
    <dgm:pt modelId="{4D4446F6-32FD-4FFC-A982-1116659C317D}" type="sibTrans" cxnId="{E969B532-46E5-4391-AA77-A63DE4FDD575}">
      <dgm:prSet/>
      <dgm:spPr/>
      <dgm:t>
        <a:bodyPr/>
        <a:lstStyle/>
        <a:p>
          <a:endParaRPr lang="en-US"/>
        </a:p>
      </dgm:t>
    </dgm:pt>
    <dgm:pt modelId="{0960502A-B190-42D6-9080-9B24B2D612C2}">
      <dgm:prSet/>
      <dgm:spPr/>
      <dgm:t>
        <a:bodyPr/>
        <a:lstStyle/>
        <a:p>
          <a:r>
            <a:rPr lang="en-US"/>
            <a:t>View Level</a:t>
          </a:r>
        </a:p>
      </dgm:t>
    </dgm:pt>
    <dgm:pt modelId="{87B59AF7-3BF4-4BE4-8ED8-A179B7544321}" type="parTrans" cxnId="{7231DA16-51A1-495C-901C-446F5F29DECA}">
      <dgm:prSet/>
      <dgm:spPr/>
      <dgm:t>
        <a:bodyPr/>
        <a:lstStyle/>
        <a:p>
          <a:endParaRPr lang="en-US"/>
        </a:p>
      </dgm:t>
    </dgm:pt>
    <dgm:pt modelId="{6D3F8158-8286-4419-B2D4-01B3B8F4FC87}" type="sibTrans" cxnId="{7231DA16-51A1-495C-901C-446F5F29DECA}">
      <dgm:prSet/>
      <dgm:spPr/>
      <dgm:t>
        <a:bodyPr/>
        <a:lstStyle/>
        <a:p>
          <a:endParaRPr lang="en-US"/>
        </a:p>
      </dgm:t>
    </dgm:pt>
    <dgm:pt modelId="{14FBDA06-4B4E-4E59-804C-648B03ECA108}">
      <dgm:prSet/>
      <dgm:spPr/>
      <dgm:t>
        <a:bodyPr/>
        <a:lstStyle/>
        <a:p>
          <a:r>
            <a:rPr lang="en-US"/>
            <a:t>What each users use</a:t>
          </a:r>
        </a:p>
      </dgm:t>
    </dgm:pt>
    <dgm:pt modelId="{E392EBEB-C94B-4703-A509-184E81C04166}" type="parTrans" cxnId="{9D52227C-D403-4C77-B596-E8DFBD758D5B}">
      <dgm:prSet/>
      <dgm:spPr/>
      <dgm:t>
        <a:bodyPr/>
        <a:lstStyle/>
        <a:p>
          <a:endParaRPr lang="en-US"/>
        </a:p>
      </dgm:t>
    </dgm:pt>
    <dgm:pt modelId="{C88735D3-FF25-4933-9A1A-C07A96A80807}" type="sibTrans" cxnId="{9D52227C-D403-4C77-B596-E8DFBD758D5B}">
      <dgm:prSet/>
      <dgm:spPr/>
      <dgm:t>
        <a:bodyPr/>
        <a:lstStyle/>
        <a:p>
          <a:endParaRPr lang="en-US"/>
        </a:p>
      </dgm:t>
    </dgm:pt>
    <dgm:pt modelId="{7B18BCC9-450E-449F-8046-DFA4BFFC1674}">
      <dgm:prSet/>
      <dgm:spPr/>
      <dgm:t>
        <a:bodyPr/>
        <a:lstStyle/>
        <a:p>
          <a:r>
            <a:rPr lang="en-US"/>
            <a:t>Subsets of data</a:t>
          </a:r>
        </a:p>
      </dgm:t>
    </dgm:pt>
    <dgm:pt modelId="{9BE8FA8F-1975-4AF3-9BB0-22826851648F}" type="parTrans" cxnId="{0599189D-5E71-407A-A038-03C9D1C50182}">
      <dgm:prSet/>
      <dgm:spPr/>
      <dgm:t>
        <a:bodyPr/>
        <a:lstStyle/>
        <a:p>
          <a:endParaRPr lang="en-US"/>
        </a:p>
      </dgm:t>
    </dgm:pt>
    <dgm:pt modelId="{3D792A5A-CB4E-41A3-BA3F-F6E29ECF64E0}" type="sibTrans" cxnId="{0599189D-5E71-407A-A038-03C9D1C50182}">
      <dgm:prSet/>
      <dgm:spPr/>
      <dgm:t>
        <a:bodyPr/>
        <a:lstStyle/>
        <a:p>
          <a:endParaRPr lang="en-US"/>
        </a:p>
      </dgm:t>
    </dgm:pt>
    <dgm:pt modelId="{B75CEC62-00C9-4076-80AD-78A2A54E872C}">
      <dgm:prSet/>
      <dgm:spPr/>
      <dgm:t>
        <a:bodyPr/>
        <a:lstStyle/>
        <a:p>
          <a:r>
            <a:rPr lang="en-US"/>
            <a:t>Different representations</a:t>
          </a:r>
        </a:p>
      </dgm:t>
    </dgm:pt>
    <dgm:pt modelId="{13203881-60BC-4C97-9BDE-A704DDEF3D4E}" type="parTrans" cxnId="{3E4446E0-030C-4F25-A2A9-5DFDCF464808}">
      <dgm:prSet/>
      <dgm:spPr/>
      <dgm:t>
        <a:bodyPr/>
        <a:lstStyle/>
        <a:p>
          <a:endParaRPr lang="en-US"/>
        </a:p>
      </dgm:t>
    </dgm:pt>
    <dgm:pt modelId="{65D1EFED-9CFC-439E-A1C0-0E194AC25CB1}" type="sibTrans" cxnId="{3E4446E0-030C-4F25-A2A9-5DFDCF464808}">
      <dgm:prSet/>
      <dgm:spPr/>
      <dgm:t>
        <a:bodyPr/>
        <a:lstStyle/>
        <a:p>
          <a:endParaRPr lang="en-US"/>
        </a:p>
      </dgm:t>
    </dgm:pt>
    <dgm:pt modelId="{FCC7E5FF-CFC6-416F-BE18-A20FD8B4B755}">
      <dgm:prSet/>
      <dgm:spPr/>
      <dgm:t>
        <a:bodyPr/>
        <a:lstStyle/>
        <a:p>
          <a:r>
            <a:rPr lang="en-US" dirty="0"/>
            <a:t>Files, pages, indexes, disk layout</a:t>
          </a:r>
        </a:p>
      </dgm:t>
    </dgm:pt>
    <dgm:pt modelId="{4552891E-2B27-4F61-B890-AD32957D7FF7}" type="parTrans" cxnId="{B91E4CED-F5E4-452E-A4B1-9C8B905A0F58}">
      <dgm:prSet/>
      <dgm:spPr/>
    </dgm:pt>
    <dgm:pt modelId="{2AA28D73-678B-41CB-8820-63AB116CE870}" type="sibTrans" cxnId="{B91E4CED-F5E4-452E-A4B1-9C8B905A0F58}">
      <dgm:prSet/>
      <dgm:spPr/>
    </dgm:pt>
    <dgm:pt modelId="{F5AA43A0-1BAA-4D19-82FE-F1456F511936}" type="pres">
      <dgm:prSet presAssocID="{17DA210F-17F9-4A3C-81FA-984B8CBCBC5A}" presName="linear" presStyleCnt="0">
        <dgm:presLayoutVars>
          <dgm:dir/>
          <dgm:animLvl val="lvl"/>
          <dgm:resizeHandles val="exact"/>
        </dgm:presLayoutVars>
      </dgm:prSet>
      <dgm:spPr/>
    </dgm:pt>
    <dgm:pt modelId="{7F6D32E3-E44D-4CCB-B4DC-93E3D7F7711C}" type="pres">
      <dgm:prSet presAssocID="{7F580197-D69F-4608-9C4A-5F06ED5A22D9}" presName="parentLin" presStyleCnt="0"/>
      <dgm:spPr/>
    </dgm:pt>
    <dgm:pt modelId="{AF6C4AE7-7620-4210-89FF-B0E33A58ED3D}" type="pres">
      <dgm:prSet presAssocID="{7F580197-D69F-4608-9C4A-5F06ED5A22D9}" presName="parentLeftMargin" presStyleLbl="node1" presStyleIdx="0" presStyleCnt="3"/>
      <dgm:spPr/>
    </dgm:pt>
    <dgm:pt modelId="{67E17BDD-8C2E-4BFE-A666-59ABB1A15E63}" type="pres">
      <dgm:prSet presAssocID="{7F580197-D69F-4608-9C4A-5F06ED5A22D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3B0D13B-8BB3-4E7F-BE6E-07AC90A719DC}" type="pres">
      <dgm:prSet presAssocID="{7F580197-D69F-4608-9C4A-5F06ED5A22D9}" presName="negativeSpace" presStyleCnt="0"/>
      <dgm:spPr/>
    </dgm:pt>
    <dgm:pt modelId="{2092538C-4C6C-47C5-AC5E-669288413BDC}" type="pres">
      <dgm:prSet presAssocID="{7F580197-D69F-4608-9C4A-5F06ED5A22D9}" presName="childText" presStyleLbl="conFgAcc1" presStyleIdx="0" presStyleCnt="3">
        <dgm:presLayoutVars>
          <dgm:bulletEnabled val="1"/>
        </dgm:presLayoutVars>
      </dgm:prSet>
      <dgm:spPr/>
    </dgm:pt>
    <dgm:pt modelId="{7FEF909C-14FF-4965-A3DC-91B423EBF767}" type="pres">
      <dgm:prSet presAssocID="{4637F185-08D1-4A37-87C9-2E982426C88D}" presName="spaceBetweenRectangles" presStyleCnt="0"/>
      <dgm:spPr/>
    </dgm:pt>
    <dgm:pt modelId="{92E5134F-0168-4633-871D-0B9119614771}" type="pres">
      <dgm:prSet presAssocID="{594FAB6E-C916-445C-B8C7-3ED528E93C6F}" presName="parentLin" presStyleCnt="0"/>
      <dgm:spPr/>
    </dgm:pt>
    <dgm:pt modelId="{C1746F94-2664-43AC-ABE9-67A9B924705C}" type="pres">
      <dgm:prSet presAssocID="{594FAB6E-C916-445C-B8C7-3ED528E93C6F}" presName="parentLeftMargin" presStyleLbl="node1" presStyleIdx="0" presStyleCnt="3"/>
      <dgm:spPr/>
    </dgm:pt>
    <dgm:pt modelId="{13DF663D-E1E5-4773-B108-BCE836C98611}" type="pres">
      <dgm:prSet presAssocID="{594FAB6E-C916-445C-B8C7-3ED528E93C6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7CFD92C-DBFF-4A93-BA39-8CF7E52A10A0}" type="pres">
      <dgm:prSet presAssocID="{594FAB6E-C916-445C-B8C7-3ED528E93C6F}" presName="negativeSpace" presStyleCnt="0"/>
      <dgm:spPr/>
    </dgm:pt>
    <dgm:pt modelId="{E9DF9E60-8885-4694-94BA-DBE492AD48F7}" type="pres">
      <dgm:prSet presAssocID="{594FAB6E-C916-445C-B8C7-3ED528E93C6F}" presName="childText" presStyleLbl="conFgAcc1" presStyleIdx="1" presStyleCnt="3">
        <dgm:presLayoutVars>
          <dgm:bulletEnabled val="1"/>
        </dgm:presLayoutVars>
      </dgm:prSet>
      <dgm:spPr/>
    </dgm:pt>
    <dgm:pt modelId="{F15F3B5B-E2CB-4DE6-9C07-D4E963EF2DD4}" type="pres">
      <dgm:prSet presAssocID="{CF0E5483-8292-464E-996D-E5A76E2C3816}" presName="spaceBetweenRectangles" presStyleCnt="0"/>
      <dgm:spPr/>
    </dgm:pt>
    <dgm:pt modelId="{9B3F0AB2-7701-48ED-B772-0CDE3F4FE9C5}" type="pres">
      <dgm:prSet presAssocID="{0960502A-B190-42D6-9080-9B24B2D612C2}" presName="parentLin" presStyleCnt="0"/>
      <dgm:spPr/>
    </dgm:pt>
    <dgm:pt modelId="{81B7530D-8F2F-42E3-BDD1-F0134E430EBF}" type="pres">
      <dgm:prSet presAssocID="{0960502A-B190-42D6-9080-9B24B2D612C2}" presName="parentLeftMargin" presStyleLbl="node1" presStyleIdx="1" presStyleCnt="3"/>
      <dgm:spPr/>
    </dgm:pt>
    <dgm:pt modelId="{B6E696C2-C2FF-42D7-9985-8109D19FA842}" type="pres">
      <dgm:prSet presAssocID="{0960502A-B190-42D6-9080-9B24B2D612C2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22FB6FCA-A8FD-4C87-9938-93735C38514A}" type="pres">
      <dgm:prSet presAssocID="{0960502A-B190-42D6-9080-9B24B2D612C2}" presName="negativeSpace" presStyleCnt="0"/>
      <dgm:spPr/>
    </dgm:pt>
    <dgm:pt modelId="{7561B7AB-A572-4778-9718-4C327DC242E4}" type="pres">
      <dgm:prSet presAssocID="{0960502A-B190-42D6-9080-9B24B2D612C2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7231DA16-51A1-495C-901C-446F5F29DECA}" srcId="{17DA210F-17F9-4A3C-81FA-984B8CBCBC5A}" destId="{0960502A-B190-42D6-9080-9B24B2D612C2}" srcOrd="2" destOrd="0" parTransId="{87B59AF7-3BF4-4BE4-8ED8-A179B7544321}" sibTransId="{6D3F8158-8286-4419-B2D4-01B3B8F4FC87}"/>
    <dgm:cxn modelId="{6C988927-D263-43EB-B510-533A826B3614}" srcId="{594FAB6E-C916-445C-B8C7-3ED528E93C6F}" destId="{3489D03F-415D-4F57-AFD5-5F60B0A14674}" srcOrd="0" destOrd="0" parTransId="{3D73BF31-9CDA-4489-8506-12E5445230D7}" sibTransId="{C9BD83EF-73D0-4438-BA32-B2D9AE76F898}"/>
    <dgm:cxn modelId="{E8535931-3DE9-401F-BC5A-BC79E438D0CC}" type="presOf" srcId="{9013D117-6B51-46B2-AE19-546C86F883DC}" destId="{E9DF9E60-8885-4694-94BA-DBE492AD48F7}" srcOrd="0" destOrd="1" presId="urn:microsoft.com/office/officeart/2005/8/layout/list1"/>
    <dgm:cxn modelId="{E969B532-46E5-4391-AA77-A63DE4FDD575}" srcId="{594FAB6E-C916-445C-B8C7-3ED528E93C6F}" destId="{9013D117-6B51-46B2-AE19-546C86F883DC}" srcOrd="1" destOrd="0" parTransId="{F8AE80FA-9415-40B7-B434-B94F0118EFBE}" sibTransId="{4D4446F6-32FD-4FFC-A982-1116659C317D}"/>
    <dgm:cxn modelId="{81E5155E-E5F3-4953-B0A5-A6B4BF43D548}" srcId="{17DA210F-17F9-4A3C-81FA-984B8CBCBC5A}" destId="{594FAB6E-C916-445C-B8C7-3ED528E93C6F}" srcOrd="1" destOrd="0" parTransId="{04D3640B-FCBC-427B-91BE-153696045601}" sibTransId="{CF0E5483-8292-464E-996D-E5A76E2C3816}"/>
    <dgm:cxn modelId="{8DABC363-35FB-4589-B7E5-9CED8A252DF0}" type="presOf" srcId="{7B18BCC9-450E-449F-8046-DFA4BFFC1674}" destId="{7561B7AB-A572-4778-9718-4C327DC242E4}" srcOrd="0" destOrd="1" presId="urn:microsoft.com/office/officeart/2005/8/layout/list1"/>
    <dgm:cxn modelId="{4D53A645-7F2C-4B7B-8600-819FA0541FD1}" type="presOf" srcId="{594FAB6E-C916-445C-B8C7-3ED528E93C6F}" destId="{13DF663D-E1E5-4773-B108-BCE836C98611}" srcOrd="1" destOrd="0" presId="urn:microsoft.com/office/officeart/2005/8/layout/list1"/>
    <dgm:cxn modelId="{B099AE68-F53F-4F8A-9F88-9F464D0F47D6}" type="presOf" srcId="{0960502A-B190-42D6-9080-9B24B2D612C2}" destId="{B6E696C2-C2FF-42D7-9985-8109D19FA842}" srcOrd="1" destOrd="0" presId="urn:microsoft.com/office/officeart/2005/8/layout/list1"/>
    <dgm:cxn modelId="{9E82BF4D-ECCF-4C5F-8777-15F38262A25B}" type="presOf" srcId="{7F580197-D69F-4608-9C4A-5F06ED5A22D9}" destId="{AF6C4AE7-7620-4210-89FF-B0E33A58ED3D}" srcOrd="0" destOrd="0" presId="urn:microsoft.com/office/officeart/2005/8/layout/list1"/>
    <dgm:cxn modelId="{DF131D55-5121-4898-8A1F-3A4B92AEF797}" srcId="{7F580197-D69F-4608-9C4A-5F06ED5A22D9}" destId="{714F1CCC-9A91-435F-862A-138EFB717C66}" srcOrd="0" destOrd="0" parTransId="{8F646AB1-CE01-4D30-8499-C6405825889F}" sibTransId="{A8E8B98A-65C0-4968-ADC7-EE05DA605E49}"/>
    <dgm:cxn modelId="{157DAD59-F180-4386-B1FC-D1552D7EEF06}" srcId="{17DA210F-17F9-4A3C-81FA-984B8CBCBC5A}" destId="{7F580197-D69F-4608-9C4A-5F06ED5A22D9}" srcOrd="0" destOrd="0" parTransId="{ADC1A440-66D0-4018-9989-7A00F708004D}" sibTransId="{4637F185-08D1-4A37-87C9-2E982426C88D}"/>
    <dgm:cxn modelId="{9D52227C-D403-4C77-B596-E8DFBD758D5B}" srcId="{0960502A-B190-42D6-9080-9B24B2D612C2}" destId="{14FBDA06-4B4E-4E59-804C-648B03ECA108}" srcOrd="0" destOrd="0" parTransId="{E392EBEB-C94B-4703-A509-184E81C04166}" sibTransId="{C88735D3-FF25-4933-9A1A-C07A96A80807}"/>
    <dgm:cxn modelId="{15C33384-6B0F-42D5-B18D-9F5018A9D2F5}" type="presOf" srcId="{B75CEC62-00C9-4076-80AD-78A2A54E872C}" destId="{7561B7AB-A572-4778-9718-4C327DC242E4}" srcOrd="0" destOrd="2" presId="urn:microsoft.com/office/officeart/2005/8/layout/list1"/>
    <dgm:cxn modelId="{CDE0F197-17BF-4176-AD1F-EC12089E85C3}" type="presOf" srcId="{17DA210F-17F9-4A3C-81FA-984B8CBCBC5A}" destId="{F5AA43A0-1BAA-4D19-82FE-F1456F511936}" srcOrd="0" destOrd="0" presId="urn:microsoft.com/office/officeart/2005/8/layout/list1"/>
    <dgm:cxn modelId="{6E9A909A-7729-4BB1-B13B-8FD2A0541ED7}" type="presOf" srcId="{7F580197-D69F-4608-9C4A-5F06ED5A22D9}" destId="{67E17BDD-8C2E-4BFE-A666-59ABB1A15E63}" srcOrd="1" destOrd="0" presId="urn:microsoft.com/office/officeart/2005/8/layout/list1"/>
    <dgm:cxn modelId="{16C2C59B-AA9E-48F0-880D-21DEED4E84E9}" type="presOf" srcId="{14FBDA06-4B4E-4E59-804C-648B03ECA108}" destId="{7561B7AB-A572-4778-9718-4C327DC242E4}" srcOrd="0" destOrd="0" presId="urn:microsoft.com/office/officeart/2005/8/layout/list1"/>
    <dgm:cxn modelId="{0599189D-5E71-407A-A038-03C9D1C50182}" srcId="{0960502A-B190-42D6-9080-9B24B2D612C2}" destId="{7B18BCC9-450E-449F-8046-DFA4BFFC1674}" srcOrd="1" destOrd="0" parTransId="{9BE8FA8F-1975-4AF3-9BB0-22826851648F}" sibTransId="{3D792A5A-CB4E-41A3-BA3F-F6E29ECF64E0}"/>
    <dgm:cxn modelId="{B56889B9-5DD1-4EDE-A773-B33248F605EA}" type="presOf" srcId="{714F1CCC-9A91-435F-862A-138EFB717C66}" destId="{2092538C-4C6C-47C5-AC5E-669288413BDC}" srcOrd="0" destOrd="0" presId="urn:microsoft.com/office/officeart/2005/8/layout/list1"/>
    <dgm:cxn modelId="{DA21B8BB-56D7-4B43-BDF4-A7232E12C4CD}" type="presOf" srcId="{0960502A-B190-42D6-9080-9B24B2D612C2}" destId="{81B7530D-8F2F-42E3-BDD1-F0134E430EBF}" srcOrd="0" destOrd="0" presId="urn:microsoft.com/office/officeart/2005/8/layout/list1"/>
    <dgm:cxn modelId="{F8F217CE-CA03-4737-8DF6-EDAA7A443661}" type="presOf" srcId="{FCC7E5FF-CFC6-416F-BE18-A20FD8B4B755}" destId="{2092538C-4C6C-47C5-AC5E-669288413BDC}" srcOrd="0" destOrd="1" presId="urn:microsoft.com/office/officeart/2005/8/layout/list1"/>
    <dgm:cxn modelId="{F44853CE-9531-4F99-B5AA-DA3438589F72}" type="presOf" srcId="{594FAB6E-C916-445C-B8C7-3ED528E93C6F}" destId="{C1746F94-2664-43AC-ABE9-67A9B924705C}" srcOrd="0" destOrd="0" presId="urn:microsoft.com/office/officeart/2005/8/layout/list1"/>
    <dgm:cxn modelId="{3E4446E0-030C-4F25-A2A9-5DFDCF464808}" srcId="{0960502A-B190-42D6-9080-9B24B2D612C2}" destId="{B75CEC62-00C9-4076-80AD-78A2A54E872C}" srcOrd="2" destOrd="0" parTransId="{13203881-60BC-4C97-9BDE-A704DDEF3D4E}" sibTransId="{65D1EFED-9CFC-439E-A1C0-0E194AC25CB1}"/>
    <dgm:cxn modelId="{B91E4CED-F5E4-452E-A4B1-9C8B905A0F58}" srcId="{7F580197-D69F-4608-9C4A-5F06ED5A22D9}" destId="{FCC7E5FF-CFC6-416F-BE18-A20FD8B4B755}" srcOrd="1" destOrd="0" parTransId="{4552891E-2B27-4F61-B890-AD32957D7FF7}" sibTransId="{2AA28D73-678B-41CB-8820-63AB116CE870}"/>
    <dgm:cxn modelId="{289F36F0-414A-4FE9-95DF-C86CA91F383A}" type="presOf" srcId="{3489D03F-415D-4F57-AFD5-5F60B0A14674}" destId="{E9DF9E60-8885-4694-94BA-DBE492AD48F7}" srcOrd="0" destOrd="0" presId="urn:microsoft.com/office/officeart/2005/8/layout/list1"/>
    <dgm:cxn modelId="{44F72284-BFC8-4ED6-8AF1-482BB0E74666}" type="presParOf" srcId="{F5AA43A0-1BAA-4D19-82FE-F1456F511936}" destId="{7F6D32E3-E44D-4CCB-B4DC-93E3D7F7711C}" srcOrd="0" destOrd="0" presId="urn:microsoft.com/office/officeart/2005/8/layout/list1"/>
    <dgm:cxn modelId="{0F6012EB-3419-489C-B8D7-4622A818F146}" type="presParOf" srcId="{7F6D32E3-E44D-4CCB-B4DC-93E3D7F7711C}" destId="{AF6C4AE7-7620-4210-89FF-B0E33A58ED3D}" srcOrd="0" destOrd="0" presId="urn:microsoft.com/office/officeart/2005/8/layout/list1"/>
    <dgm:cxn modelId="{A8A12916-1220-47BA-B2AD-F14556FB111D}" type="presParOf" srcId="{7F6D32E3-E44D-4CCB-B4DC-93E3D7F7711C}" destId="{67E17BDD-8C2E-4BFE-A666-59ABB1A15E63}" srcOrd="1" destOrd="0" presId="urn:microsoft.com/office/officeart/2005/8/layout/list1"/>
    <dgm:cxn modelId="{3779C890-F69D-4A04-A97C-B603AD6F8C4F}" type="presParOf" srcId="{F5AA43A0-1BAA-4D19-82FE-F1456F511936}" destId="{73B0D13B-8BB3-4E7F-BE6E-07AC90A719DC}" srcOrd="1" destOrd="0" presId="urn:microsoft.com/office/officeart/2005/8/layout/list1"/>
    <dgm:cxn modelId="{4DC2DFF5-52B1-4F9F-806B-08A13BD42565}" type="presParOf" srcId="{F5AA43A0-1BAA-4D19-82FE-F1456F511936}" destId="{2092538C-4C6C-47C5-AC5E-669288413BDC}" srcOrd="2" destOrd="0" presId="urn:microsoft.com/office/officeart/2005/8/layout/list1"/>
    <dgm:cxn modelId="{4EB4E54A-171C-4A37-A785-AC9F421F1CE4}" type="presParOf" srcId="{F5AA43A0-1BAA-4D19-82FE-F1456F511936}" destId="{7FEF909C-14FF-4965-A3DC-91B423EBF767}" srcOrd="3" destOrd="0" presId="urn:microsoft.com/office/officeart/2005/8/layout/list1"/>
    <dgm:cxn modelId="{22D761B2-5146-4BA3-B29F-B994D020A84D}" type="presParOf" srcId="{F5AA43A0-1BAA-4D19-82FE-F1456F511936}" destId="{92E5134F-0168-4633-871D-0B9119614771}" srcOrd="4" destOrd="0" presId="urn:microsoft.com/office/officeart/2005/8/layout/list1"/>
    <dgm:cxn modelId="{2CDA3AEF-643A-42C4-BE6A-FEB9E08E1269}" type="presParOf" srcId="{92E5134F-0168-4633-871D-0B9119614771}" destId="{C1746F94-2664-43AC-ABE9-67A9B924705C}" srcOrd="0" destOrd="0" presId="urn:microsoft.com/office/officeart/2005/8/layout/list1"/>
    <dgm:cxn modelId="{1E367122-00A4-413E-A935-A72DEEEE6F0D}" type="presParOf" srcId="{92E5134F-0168-4633-871D-0B9119614771}" destId="{13DF663D-E1E5-4773-B108-BCE836C98611}" srcOrd="1" destOrd="0" presId="urn:microsoft.com/office/officeart/2005/8/layout/list1"/>
    <dgm:cxn modelId="{57B00602-6FFF-46E8-944D-4A3AF23D3B31}" type="presParOf" srcId="{F5AA43A0-1BAA-4D19-82FE-F1456F511936}" destId="{37CFD92C-DBFF-4A93-BA39-8CF7E52A10A0}" srcOrd="5" destOrd="0" presId="urn:microsoft.com/office/officeart/2005/8/layout/list1"/>
    <dgm:cxn modelId="{D5D651F4-645C-43D5-8B7B-44006CF75886}" type="presParOf" srcId="{F5AA43A0-1BAA-4D19-82FE-F1456F511936}" destId="{E9DF9E60-8885-4694-94BA-DBE492AD48F7}" srcOrd="6" destOrd="0" presId="urn:microsoft.com/office/officeart/2005/8/layout/list1"/>
    <dgm:cxn modelId="{36CE54A3-8A58-406C-BDEC-EEAD4732582A}" type="presParOf" srcId="{F5AA43A0-1BAA-4D19-82FE-F1456F511936}" destId="{F15F3B5B-E2CB-4DE6-9C07-D4E963EF2DD4}" srcOrd="7" destOrd="0" presId="urn:microsoft.com/office/officeart/2005/8/layout/list1"/>
    <dgm:cxn modelId="{CB08994B-1915-476A-AB33-35D195FB64D5}" type="presParOf" srcId="{F5AA43A0-1BAA-4D19-82FE-F1456F511936}" destId="{9B3F0AB2-7701-48ED-B772-0CDE3F4FE9C5}" srcOrd="8" destOrd="0" presId="urn:microsoft.com/office/officeart/2005/8/layout/list1"/>
    <dgm:cxn modelId="{40E1C565-ECB5-4A74-8A52-61EEE7A3373C}" type="presParOf" srcId="{9B3F0AB2-7701-48ED-B772-0CDE3F4FE9C5}" destId="{81B7530D-8F2F-42E3-BDD1-F0134E430EBF}" srcOrd="0" destOrd="0" presId="urn:microsoft.com/office/officeart/2005/8/layout/list1"/>
    <dgm:cxn modelId="{144C7F52-D229-428D-8146-22A663FAF403}" type="presParOf" srcId="{9B3F0AB2-7701-48ED-B772-0CDE3F4FE9C5}" destId="{B6E696C2-C2FF-42D7-9985-8109D19FA842}" srcOrd="1" destOrd="0" presId="urn:microsoft.com/office/officeart/2005/8/layout/list1"/>
    <dgm:cxn modelId="{CFF2CE7F-1677-4D90-9BB8-713A9AA56065}" type="presParOf" srcId="{F5AA43A0-1BAA-4D19-82FE-F1456F511936}" destId="{22FB6FCA-A8FD-4C87-9938-93735C38514A}" srcOrd="9" destOrd="0" presId="urn:microsoft.com/office/officeart/2005/8/layout/list1"/>
    <dgm:cxn modelId="{5B845DE1-35EF-4E7F-8F6A-538F85993CFB}" type="presParOf" srcId="{F5AA43A0-1BAA-4D19-82FE-F1456F511936}" destId="{7561B7AB-A572-4778-9718-4C327DC242E4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33B67B0-2F14-4488-B011-8496660FB925}" type="doc">
      <dgm:prSet loTypeId="urn:microsoft.com/office/officeart/2018/5/layout/CenteredIconLabelDescriptionList" loCatId="icon" qsTypeId="urn:microsoft.com/office/officeart/2005/8/quickstyle/simple1#2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4211CF1-098F-4515-A2A1-175E0CF1C2BC}">
      <dgm:prSet/>
      <dgm:spPr/>
      <dgm:t>
        <a:bodyPr/>
        <a:lstStyle/>
        <a:p>
          <a:pPr>
            <a:defRPr b="1"/>
          </a:pPr>
          <a:r>
            <a:rPr lang="en-US"/>
            <a:t>Ability to change scheme at one level without affecting the next level up</a:t>
          </a:r>
        </a:p>
      </dgm:t>
    </dgm:pt>
    <dgm:pt modelId="{098B3F41-A93A-422E-88B3-82A3CCB3AB59}" type="parTrans" cxnId="{9BE97357-6C3A-4778-8EC8-5DF29B1E5AE6}">
      <dgm:prSet/>
      <dgm:spPr/>
      <dgm:t>
        <a:bodyPr/>
        <a:lstStyle/>
        <a:p>
          <a:endParaRPr lang="en-US"/>
        </a:p>
      </dgm:t>
    </dgm:pt>
    <dgm:pt modelId="{24EA5429-E3CF-465B-8C67-A49A4E177CAD}" type="sibTrans" cxnId="{9BE97357-6C3A-4778-8EC8-5DF29B1E5AE6}">
      <dgm:prSet/>
      <dgm:spPr/>
      <dgm:t>
        <a:bodyPr/>
        <a:lstStyle/>
        <a:p>
          <a:endParaRPr lang="en-US"/>
        </a:p>
      </dgm:t>
    </dgm:pt>
    <dgm:pt modelId="{C65CE848-0986-4FF5-A6C8-5DC0A466D217}">
      <dgm:prSet/>
      <dgm:spPr/>
      <dgm:t>
        <a:bodyPr/>
        <a:lstStyle/>
        <a:p>
          <a:pPr>
            <a:defRPr b="1"/>
          </a:pPr>
          <a:r>
            <a:rPr lang="en-US"/>
            <a:t>Physical Data Independence</a:t>
          </a:r>
        </a:p>
      </dgm:t>
    </dgm:pt>
    <dgm:pt modelId="{AABAD519-741A-4B87-9B3E-BA134D664848}" type="parTrans" cxnId="{3DC69AF5-0802-40BA-BA47-A88E464352DB}">
      <dgm:prSet/>
      <dgm:spPr/>
      <dgm:t>
        <a:bodyPr/>
        <a:lstStyle/>
        <a:p>
          <a:endParaRPr lang="en-US"/>
        </a:p>
      </dgm:t>
    </dgm:pt>
    <dgm:pt modelId="{51AC275A-2B6A-4D30-B18C-E1253E951533}" type="sibTrans" cxnId="{3DC69AF5-0802-40BA-BA47-A88E464352DB}">
      <dgm:prSet/>
      <dgm:spPr/>
      <dgm:t>
        <a:bodyPr/>
        <a:lstStyle/>
        <a:p>
          <a:endParaRPr lang="en-US"/>
        </a:p>
      </dgm:t>
    </dgm:pt>
    <dgm:pt modelId="{A8FE3836-AA06-41F6-80FE-A9562F77DB8C}">
      <dgm:prSet/>
      <dgm:spPr/>
      <dgm:t>
        <a:bodyPr/>
        <a:lstStyle/>
        <a:p>
          <a:r>
            <a:rPr lang="en-US"/>
            <a:t>Change storage method without changing tables or program</a:t>
          </a:r>
        </a:p>
      </dgm:t>
    </dgm:pt>
    <dgm:pt modelId="{9AC2132F-F85C-4258-95CC-B2C22F71B7CC}" type="parTrans" cxnId="{04470893-22DB-4540-BD9E-725B0D2E0EF4}">
      <dgm:prSet/>
      <dgm:spPr/>
      <dgm:t>
        <a:bodyPr/>
        <a:lstStyle/>
        <a:p>
          <a:endParaRPr lang="en-US"/>
        </a:p>
      </dgm:t>
    </dgm:pt>
    <dgm:pt modelId="{F1576C0D-D680-45C1-A73B-30727C17A7E4}" type="sibTrans" cxnId="{04470893-22DB-4540-BD9E-725B0D2E0EF4}">
      <dgm:prSet/>
      <dgm:spPr/>
      <dgm:t>
        <a:bodyPr/>
        <a:lstStyle/>
        <a:p>
          <a:endParaRPr lang="en-US"/>
        </a:p>
      </dgm:t>
    </dgm:pt>
    <dgm:pt modelId="{72E36A2B-A536-47F3-A2C6-CE67163D8167}">
      <dgm:prSet/>
      <dgm:spPr/>
      <dgm:t>
        <a:bodyPr/>
        <a:lstStyle/>
        <a:p>
          <a:pPr>
            <a:defRPr b="1"/>
          </a:pPr>
          <a:r>
            <a:rPr lang="en-US"/>
            <a:t>Logical Data Independence</a:t>
          </a:r>
        </a:p>
      </dgm:t>
    </dgm:pt>
    <dgm:pt modelId="{6F6FFC34-E192-4D49-9D89-D4D1E624A2F4}" type="parTrans" cxnId="{AFF5A010-D28A-4823-99DA-367A9EB7BE4B}">
      <dgm:prSet/>
      <dgm:spPr/>
      <dgm:t>
        <a:bodyPr/>
        <a:lstStyle/>
        <a:p>
          <a:endParaRPr lang="en-US"/>
        </a:p>
      </dgm:t>
    </dgm:pt>
    <dgm:pt modelId="{D2310F2C-09DA-477C-A88B-08C2A54D455C}" type="sibTrans" cxnId="{AFF5A010-D28A-4823-99DA-367A9EB7BE4B}">
      <dgm:prSet/>
      <dgm:spPr/>
      <dgm:t>
        <a:bodyPr/>
        <a:lstStyle/>
        <a:p>
          <a:endParaRPr lang="en-US"/>
        </a:p>
      </dgm:t>
    </dgm:pt>
    <dgm:pt modelId="{1D267D72-E0C9-4462-999B-EECBECDEBC06}">
      <dgm:prSet/>
      <dgm:spPr/>
      <dgm:t>
        <a:bodyPr/>
        <a:lstStyle/>
        <a:p>
          <a:r>
            <a:rPr lang="en-US"/>
            <a:t>Change Logical schema without changing user views or applications.</a:t>
          </a:r>
        </a:p>
      </dgm:t>
    </dgm:pt>
    <dgm:pt modelId="{F513692A-E1D6-4DC9-8144-C4E73FDD2441}" type="parTrans" cxnId="{9D2F63BB-DA86-4547-A8A2-0D50CD96E82A}">
      <dgm:prSet/>
      <dgm:spPr/>
      <dgm:t>
        <a:bodyPr/>
        <a:lstStyle/>
        <a:p>
          <a:endParaRPr lang="en-US"/>
        </a:p>
      </dgm:t>
    </dgm:pt>
    <dgm:pt modelId="{E01D4566-8B69-4275-84B2-1CDBEFF64328}" type="sibTrans" cxnId="{9D2F63BB-DA86-4547-A8A2-0D50CD96E82A}">
      <dgm:prSet/>
      <dgm:spPr/>
      <dgm:t>
        <a:bodyPr/>
        <a:lstStyle/>
        <a:p>
          <a:endParaRPr lang="en-US"/>
        </a:p>
      </dgm:t>
    </dgm:pt>
    <dgm:pt modelId="{239E3265-8A73-4F17-B784-D410C50915D6}" type="pres">
      <dgm:prSet presAssocID="{933B67B0-2F14-4488-B011-8496660FB925}" presName="root" presStyleCnt="0">
        <dgm:presLayoutVars>
          <dgm:dir/>
          <dgm:resizeHandles val="exact"/>
        </dgm:presLayoutVars>
      </dgm:prSet>
      <dgm:spPr/>
    </dgm:pt>
    <dgm:pt modelId="{C18D0ECB-AA84-4441-88E5-E791783E4F4E}" type="pres">
      <dgm:prSet presAssocID="{54211CF1-098F-4515-A2A1-175E0CF1C2BC}" presName="compNode" presStyleCnt="0"/>
      <dgm:spPr/>
    </dgm:pt>
    <dgm:pt modelId="{CAFE2044-6B45-49CE-AA3F-96C6C60CCFDA}" type="pres">
      <dgm:prSet presAssocID="{54211CF1-098F-4515-A2A1-175E0CF1C2B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FD46B5B-BC47-442B-9E38-1837AE08819D}" type="pres">
      <dgm:prSet presAssocID="{54211CF1-098F-4515-A2A1-175E0CF1C2BC}" presName="iconSpace" presStyleCnt="0"/>
      <dgm:spPr/>
    </dgm:pt>
    <dgm:pt modelId="{DCFDAEB8-74DC-4987-84DA-85B447F75C9E}" type="pres">
      <dgm:prSet presAssocID="{54211CF1-098F-4515-A2A1-175E0CF1C2BC}" presName="parTx" presStyleLbl="revTx" presStyleIdx="0" presStyleCnt="6">
        <dgm:presLayoutVars>
          <dgm:chMax val="0"/>
          <dgm:chPref val="0"/>
        </dgm:presLayoutVars>
      </dgm:prSet>
      <dgm:spPr/>
    </dgm:pt>
    <dgm:pt modelId="{0D0C1021-643A-4E34-A6F8-30B1A13D9F8B}" type="pres">
      <dgm:prSet presAssocID="{54211CF1-098F-4515-A2A1-175E0CF1C2BC}" presName="txSpace" presStyleCnt="0"/>
      <dgm:spPr/>
    </dgm:pt>
    <dgm:pt modelId="{0B726112-27CE-44AB-B86F-9620D23CAE9C}" type="pres">
      <dgm:prSet presAssocID="{54211CF1-098F-4515-A2A1-175E0CF1C2BC}" presName="desTx" presStyleLbl="revTx" presStyleIdx="1" presStyleCnt="6">
        <dgm:presLayoutVars/>
      </dgm:prSet>
      <dgm:spPr/>
    </dgm:pt>
    <dgm:pt modelId="{765C8BB3-1466-4DE0-B3F1-27A74B7D2EF9}" type="pres">
      <dgm:prSet presAssocID="{24EA5429-E3CF-465B-8C67-A49A4E177CAD}" presName="sibTrans" presStyleCnt="0"/>
      <dgm:spPr/>
    </dgm:pt>
    <dgm:pt modelId="{2F125DFF-799C-439E-8AF5-0A155403A8BC}" type="pres">
      <dgm:prSet presAssocID="{C65CE848-0986-4FF5-A6C8-5DC0A466D217}" presName="compNode" presStyleCnt="0"/>
      <dgm:spPr/>
    </dgm:pt>
    <dgm:pt modelId="{5652196C-EE3C-4B3B-9E7A-FB9A354C6C38}" type="pres">
      <dgm:prSet presAssocID="{C65CE848-0986-4FF5-A6C8-5DC0A466D217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0A0B115-B067-49CB-964D-D7464ECADA3F}" type="pres">
      <dgm:prSet presAssocID="{C65CE848-0986-4FF5-A6C8-5DC0A466D217}" presName="iconSpace" presStyleCnt="0"/>
      <dgm:spPr/>
    </dgm:pt>
    <dgm:pt modelId="{096180A4-3FF6-4280-8FF1-E3D9A5976769}" type="pres">
      <dgm:prSet presAssocID="{C65CE848-0986-4FF5-A6C8-5DC0A466D217}" presName="parTx" presStyleLbl="revTx" presStyleIdx="2" presStyleCnt="6">
        <dgm:presLayoutVars>
          <dgm:chMax val="0"/>
          <dgm:chPref val="0"/>
        </dgm:presLayoutVars>
      </dgm:prSet>
      <dgm:spPr/>
    </dgm:pt>
    <dgm:pt modelId="{7C5E75D1-F38B-4E18-976B-A675D4774AFC}" type="pres">
      <dgm:prSet presAssocID="{C65CE848-0986-4FF5-A6C8-5DC0A466D217}" presName="txSpace" presStyleCnt="0"/>
      <dgm:spPr/>
    </dgm:pt>
    <dgm:pt modelId="{15EFD4E9-1342-4C8B-991C-B1B16767962E}" type="pres">
      <dgm:prSet presAssocID="{C65CE848-0986-4FF5-A6C8-5DC0A466D217}" presName="desTx" presStyleLbl="revTx" presStyleIdx="3" presStyleCnt="6">
        <dgm:presLayoutVars/>
      </dgm:prSet>
      <dgm:spPr/>
    </dgm:pt>
    <dgm:pt modelId="{66BBE15E-C170-45EF-9EB4-AD25D0C712F0}" type="pres">
      <dgm:prSet presAssocID="{51AC275A-2B6A-4D30-B18C-E1253E951533}" presName="sibTrans" presStyleCnt="0"/>
      <dgm:spPr/>
    </dgm:pt>
    <dgm:pt modelId="{6A0512C7-59DD-431C-ACB8-CA80EF6D0A29}" type="pres">
      <dgm:prSet presAssocID="{72E36A2B-A536-47F3-A2C6-CE67163D8167}" presName="compNode" presStyleCnt="0"/>
      <dgm:spPr/>
    </dgm:pt>
    <dgm:pt modelId="{7A7860C6-7111-4350-8EBA-3CA1DC5B66C0}" type="pres">
      <dgm:prSet presAssocID="{72E36A2B-A536-47F3-A2C6-CE67163D8167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E7911C27-CDEE-4A10-A4ED-E2B48A8E92E9}" type="pres">
      <dgm:prSet presAssocID="{72E36A2B-A536-47F3-A2C6-CE67163D8167}" presName="iconSpace" presStyleCnt="0"/>
      <dgm:spPr/>
    </dgm:pt>
    <dgm:pt modelId="{BCF0376C-9C8B-45BE-9C37-1DBC6A32E3C4}" type="pres">
      <dgm:prSet presAssocID="{72E36A2B-A536-47F3-A2C6-CE67163D8167}" presName="parTx" presStyleLbl="revTx" presStyleIdx="4" presStyleCnt="6">
        <dgm:presLayoutVars>
          <dgm:chMax val="0"/>
          <dgm:chPref val="0"/>
        </dgm:presLayoutVars>
      </dgm:prSet>
      <dgm:spPr/>
    </dgm:pt>
    <dgm:pt modelId="{C9D8DDD0-1E2A-466F-AEE1-6717EFA3087D}" type="pres">
      <dgm:prSet presAssocID="{72E36A2B-A536-47F3-A2C6-CE67163D8167}" presName="txSpace" presStyleCnt="0"/>
      <dgm:spPr/>
    </dgm:pt>
    <dgm:pt modelId="{3C31BC8C-E4EA-4639-8EE1-D1E7FA2925D7}" type="pres">
      <dgm:prSet presAssocID="{72E36A2B-A536-47F3-A2C6-CE67163D8167}" presName="desTx" presStyleLbl="revTx" presStyleIdx="5" presStyleCnt="6">
        <dgm:presLayoutVars/>
      </dgm:prSet>
      <dgm:spPr/>
    </dgm:pt>
  </dgm:ptLst>
  <dgm:cxnLst>
    <dgm:cxn modelId="{AFF5A010-D28A-4823-99DA-367A9EB7BE4B}" srcId="{933B67B0-2F14-4488-B011-8496660FB925}" destId="{72E36A2B-A536-47F3-A2C6-CE67163D8167}" srcOrd="2" destOrd="0" parTransId="{6F6FFC34-E192-4D49-9D89-D4D1E624A2F4}" sibTransId="{D2310F2C-09DA-477C-A88B-08C2A54D455C}"/>
    <dgm:cxn modelId="{CF3AF314-F4FA-44BF-83E3-83184C11C191}" type="presOf" srcId="{C65CE848-0986-4FF5-A6C8-5DC0A466D217}" destId="{096180A4-3FF6-4280-8FF1-E3D9A5976769}" srcOrd="0" destOrd="0" presId="urn:microsoft.com/office/officeart/2018/5/layout/CenteredIconLabelDescriptionList"/>
    <dgm:cxn modelId="{5D2B3D54-D6AE-4826-B59B-94F7574E7008}" type="presOf" srcId="{933B67B0-2F14-4488-B011-8496660FB925}" destId="{239E3265-8A73-4F17-B784-D410C50915D6}" srcOrd="0" destOrd="0" presId="urn:microsoft.com/office/officeart/2018/5/layout/CenteredIconLabelDescriptionList"/>
    <dgm:cxn modelId="{9BE97357-6C3A-4778-8EC8-5DF29B1E5AE6}" srcId="{933B67B0-2F14-4488-B011-8496660FB925}" destId="{54211CF1-098F-4515-A2A1-175E0CF1C2BC}" srcOrd="0" destOrd="0" parTransId="{098B3F41-A93A-422E-88B3-82A3CCB3AB59}" sibTransId="{24EA5429-E3CF-465B-8C67-A49A4E177CAD}"/>
    <dgm:cxn modelId="{5A2C4085-9980-441D-870E-9B33AF621853}" type="presOf" srcId="{1D267D72-E0C9-4462-999B-EECBECDEBC06}" destId="{3C31BC8C-E4EA-4639-8EE1-D1E7FA2925D7}" srcOrd="0" destOrd="0" presId="urn:microsoft.com/office/officeart/2018/5/layout/CenteredIconLabelDescriptionList"/>
    <dgm:cxn modelId="{04470893-22DB-4540-BD9E-725B0D2E0EF4}" srcId="{C65CE848-0986-4FF5-A6C8-5DC0A466D217}" destId="{A8FE3836-AA06-41F6-80FE-A9562F77DB8C}" srcOrd="0" destOrd="0" parTransId="{9AC2132F-F85C-4258-95CC-B2C22F71B7CC}" sibTransId="{F1576C0D-D680-45C1-A73B-30727C17A7E4}"/>
    <dgm:cxn modelId="{D7872AB1-607C-4622-93CB-CE894C22302B}" type="presOf" srcId="{54211CF1-098F-4515-A2A1-175E0CF1C2BC}" destId="{DCFDAEB8-74DC-4987-84DA-85B447F75C9E}" srcOrd="0" destOrd="0" presId="urn:microsoft.com/office/officeart/2018/5/layout/CenteredIconLabelDescriptionList"/>
    <dgm:cxn modelId="{9D2F63BB-DA86-4547-A8A2-0D50CD96E82A}" srcId="{72E36A2B-A536-47F3-A2C6-CE67163D8167}" destId="{1D267D72-E0C9-4462-999B-EECBECDEBC06}" srcOrd="0" destOrd="0" parTransId="{F513692A-E1D6-4DC9-8144-C4E73FDD2441}" sibTransId="{E01D4566-8B69-4275-84B2-1CDBEFF64328}"/>
    <dgm:cxn modelId="{99A02CCD-CDAE-4A47-BDC5-C2B6AF5C1963}" type="presOf" srcId="{A8FE3836-AA06-41F6-80FE-A9562F77DB8C}" destId="{15EFD4E9-1342-4C8B-991C-B1B16767962E}" srcOrd="0" destOrd="0" presId="urn:microsoft.com/office/officeart/2018/5/layout/CenteredIconLabelDescriptionList"/>
    <dgm:cxn modelId="{3DC69AF5-0802-40BA-BA47-A88E464352DB}" srcId="{933B67B0-2F14-4488-B011-8496660FB925}" destId="{C65CE848-0986-4FF5-A6C8-5DC0A466D217}" srcOrd="1" destOrd="0" parTransId="{AABAD519-741A-4B87-9B3E-BA134D664848}" sibTransId="{51AC275A-2B6A-4D30-B18C-E1253E951533}"/>
    <dgm:cxn modelId="{E87FBDFE-6E29-4ADA-9E58-7A75E855B00A}" type="presOf" srcId="{72E36A2B-A536-47F3-A2C6-CE67163D8167}" destId="{BCF0376C-9C8B-45BE-9C37-1DBC6A32E3C4}" srcOrd="0" destOrd="0" presId="urn:microsoft.com/office/officeart/2018/5/layout/CenteredIconLabelDescriptionList"/>
    <dgm:cxn modelId="{AB01CF7B-E530-4DE6-8901-F0F86476B913}" type="presParOf" srcId="{239E3265-8A73-4F17-B784-D410C50915D6}" destId="{C18D0ECB-AA84-4441-88E5-E791783E4F4E}" srcOrd="0" destOrd="0" presId="urn:microsoft.com/office/officeart/2018/5/layout/CenteredIconLabelDescriptionList"/>
    <dgm:cxn modelId="{422AFBBB-9F71-4CC9-AC74-449CF97FBF22}" type="presParOf" srcId="{C18D0ECB-AA84-4441-88E5-E791783E4F4E}" destId="{CAFE2044-6B45-49CE-AA3F-96C6C60CCFDA}" srcOrd="0" destOrd="0" presId="urn:microsoft.com/office/officeart/2018/5/layout/CenteredIconLabelDescriptionList"/>
    <dgm:cxn modelId="{602298CA-B15F-429B-9883-39C6E70FBDF5}" type="presParOf" srcId="{C18D0ECB-AA84-4441-88E5-E791783E4F4E}" destId="{2FD46B5B-BC47-442B-9E38-1837AE08819D}" srcOrd="1" destOrd="0" presId="urn:microsoft.com/office/officeart/2018/5/layout/CenteredIconLabelDescriptionList"/>
    <dgm:cxn modelId="{CE580F6E-C804-4296-80F8-C22CE76106C7}" type="presParOf" srcId="{C18D0ECB-AA84-4441-88E5-E791783E4F4E}" destId="{DCFDAEB8-74DC-4987-84DA-85B447F75C9E}" srcOrd="2" destOrd="0" presId="urn:microsoft.com/office/officeart/2018/5/layout/CenteredIconLabelDescriptionList"/>
    <dgm:cxn modelId="{637D2A08-1F46-49E3-A463-7CBBB46D4FBF}" type="presParOf" srcId="{C18D0ECB-AA84-4441-88E5-E791783E4F4E}" destId="{0D0C1021-643A-4E34-A6F8-30B1A13D9F8B}" srcOrd="3" destOrd="0" presId="urn:microsoft.com/office/officeart/2018/5/layout/CenteredIconLabelDescriptionList"/>
    <dgm:cxn modelId="{D303C49D-FE49-4739-A3C5-92C667D03B6B}" type="presParOf" srcId="{C18D0ECB-AA84-4441-88E5-E791783E4F4E}" destId="{0B726112-27CE-44AB-B86F-9620D23CAE9C}" srcOrd="4" destOrd="0" presId="urn:microsoft.com/office/officeart/2018/5/layout/CenteredIconLabelDescriptionList"/>
    <dgm:cxn modelId="{EC414E41-EE7E-4A8C-A755-C42724641041}" type="presParOf" srcId="{239E3265-8A73-4F17-B784-D410C50915D6}" destId="{765C8BB3-1466-4DE0-B3F1-27A74B7D2EF9}" srcOrd="1" destOrd="0" presId="urn:microsoft.com/office/officeart/2018/5/layout/CenteredIconLabelDescriptionList"/>
    <dgm:cxn modelId="{F27F4338-C49D-488B-90AA-EC56C68509FD}" type="presParOf" srcId="{239E3265-8A73-4F17-B784-D410C50915D6}" destId="{2F125DFF-799C-439E-8AF5-0A155403A8BC}" srcOrd="2" destOrd="0" presId="urn:microsoft.com/office/officeart/2018/5/layout/CenteredIconLabelDescriptionList"/>
    <dgm:cxn modelId="{B8FA6156-A468-4118-BAA3-2295A75C53A3}" type="presParOf" srcId="{2F125DFF-799C-439E-8AF5-0A155403A8BC}" destId="{5652196C-EE3C-4B3B-9E7A-FB9A354C6C38}" srcOrd="0" destOrd="0" presId="urn:microsoft.com/office/officeart/2018/5/layout/CenteredIconLabelDescriptionList"/>
    <dgm:cxn modelId="{AA0CF1FB-0358-473A-A038-1B43B20AEC46}" type="presParOf" srcId="{2F125DFF-799C-439E-8AF5-0A155403A8BC}" destId="{D0A0B115-B067-49CB-964D-D7464ECADA3F}" srcOrd="1" destOrd="0" presId="urn:microsoft.com/office/officeart/2018/5/layout/CenteredIconLabelDescriptionList"/>
    <dgm:cxn modelId="{CB2C4753-367B-4FA4-A08B-0D338914B0DF}" type="presParOf" srcId="{2F125DFF-799C-439E-8AF5-0A155403A8BC}" destId="{096180A4-3FF6-4280-8FF1-E3D9A5976769}" srcOrd="2" destOrd="0" presId="urn:microsoft.com/office/officeart/2018/5/layout/CenteredIconLabelDescriptionList"/>
    <dgm:cxn modelId="{CE8BFA2C-3587-415D-BA56-27635D99E7EC}" type="presParOf" srcId="{2F125DFF-799C-439E-8AF5-0A155403A8BC}" destId="{7C5E75D1-F38B-4E18-976B-A675D4774AFC}" srcOrd="3" destOrd="0" presId="urn:microsoft.com/office/officeart/2018/5/layout/CenteredIconLabelDescriptionList"/>
    <dgm:cxn modelId="{DF0D97AB-471A-4B3F-8A41-587DA2F5075D}" type="presParOf" srcId="{2F125DFF-799C-439E-8AF5-0A155403A8BC}" destId="{15EFD4E9-1342-4C8B-991C-B1B16767962E}" srcOrd="4" destOrd="0" presId="urn:microsoft.com/office/officeart/2018/5/layout/CenteredIconLabelDescriptionList"/>
    <dgm:cxn modelId="{EF35C546-FB9C-4690-902B-72C3DC8F0159}" type="presParOf" srcId="{239E3265-8A73-4F17-B784-D410C50915D6}" destId="{66BBE15E-C170-45EF-9EB4-AD25D0C712F0}" srcOrd="3" destOrd="0" presId="urn:microsoft.com/office/officeart/2018/5/layout/CenteredIconLabelDescriptionList"/>
    <dgm:cxn modelId="{15E7B2C8-E0A2-465F-B586-6699ECFE7711}" type="presParOf" srcId="{239E3265-8A73-4F17-B784-D410C50915D6}" destId="{6A0512C7-59DD-431C-ACB8-CA80EF6D0A29}" srcOrd="4" destOrd="0" presId="urn:microsoft.com/office/officeart/2018/5/layout/CenteredIconLabelDescriptionList"/>
    <dgm:cxn modelId="{0EED74AB-1CF5-4F10-B187-A69748EEE1D8}" type="presParOf" srcId="{6A0512C7-59DD-431C-ACB8-CA80EF6D0A29}" destId="{7A7860C6-7111-4350-8EBA-3CA1DC5B66C0}" srcOrd="0" destOrd="0" presId="urn:microsoft.com/office/officeart/2018/5/layout/CenteredIconLabelDescriptionList"/>
    <dgm:cxn modelId="{5C8A017A-312C-46E0-8827-65711EEA3C53}" type="presParOf" srcId="{6A0512C7-59DD-431C-ACB8-CA80EF6D0A29}" destId="{E7911C27-CDEE-4A10-A4ED-E2B48A8E92E9}" srcOrd="1" destOrd="0" presId="urn:microsoft.com/office/officeart/2018/5/layout/CenteredIconLabelDescriptionList"/>
    <dgm:cxn modelId="{A56BA81A-751C-47C2-A7BD-AF510AC972D4}" type="presParOf" srcId="{6A0512C7-59DD-431C-ACB8-CA80EF6D0A29}" destId="{BCF0376C-9C8B-45BE-9C37-1DBC6A32E3C4}" srcOrd="2" destOrd="0" presId="urn:microsoft.com/office/officeart/2018/5/layout/CenteredIconLabelDescriptionList"/>
    <dgm:cxn modelId="{134B4542-8901-4B76-9255-979AB73E5FBA}" type="presParOf" srcId="{6A0512C7-59DD-431C-ACB8-CA80EF6D0A29}" destId="{C9D8DDD0-1E2A-466F-AEE1-6717EFA3087D}" srcOrd="3" destOrd="0" presId="urn:microsoft.com/office/officeart/2018/5/layout/CenteredIconLabelDescriptionList"/>
    <dgm:cxn modelId="{7D120390-C10B-4D76-9DEE-CE68028CE5FE}" type="presParOf" srcId="{6A0512C7-59DD-431C-ACB8-CA80EF6D0A29}" destId="{3C31BC8C-E4EA-4639-8EE1-D1E7FA2925D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92538C-4C6C-47C5-AC5E-669288413BDC}">
      <dsp:nvSpPr>
        <dsp:cNvPr id="0" name=""/>
        <dsp:cNvSpPr/>
      </dsp:nvSpPr>
      <dsp:spPr>
        <a:xfrm>
          <a:off x="0" y="354722"/>
          <a:ext cx="10927829" cy="93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121" tIns="333248" rIns="848121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How the Data is stored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Files, pages, indexes, disk layout</a:t>
          </a:r>
        </a:p>
      </dsp:txBody>
      <dsp:txXfrm>
        <a:off x="0" y="354722"/>
        <a:ext cx="10927829" cy="932400"/>
      </dsp:txXfrm>
    </dsp:sp>
    <dsp:sp modelId="{67E17BDD-8C2E-4BFE-A666-59ABB1A15E63}">
      <dsp:nvSpPr>
        <dsp:cNvPr id="0" name=""/>
        <dsp:cNvSpPr/>
      </dsp:nvSpPr>
      <dsp:spPr>
        <a:xfrm>
          <a:off x="546391" y="118562"/>
          <a:ext cx="7649480" cy="472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Physical Level</a:t>
          </a:r>
        </a:p>
      </dsp:txBody>
      <dsp:txXfrm>
        <a:off x="569448" y="141619"/>
        <a:ext cx="7603366" cy="426206"/>
      </dsp:txXfrm>
    </dsp:sp>
    <dsp:sp modelId="{E9DF9E60-8885-4694-94BA-DBE492AD48F7}">
      <dsp:nvSpPr>
        <dsp:cNvPr id="0" name=""/>
        <dsp:cNvSpPr/>
      </dsp:nvSpPr>
      <dsp:spPr>
        <a:xfrm>
          <a:off x="0" y="1609682"/>
          <a:ext cx="10927829" cy="93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121" tIns="333248" rIns="848121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What data is stored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Tables, attributes, relationships, constraints</a:t>
          </a:r>
        </a:p>
      </dsp:txBody>
      <dsp:txXfrm>
        <a:off x="0" y="1609682"/>
        <a:ext cx="10927829" cy="932400"/>
      </dsp:txXfrm>
    </dsp:sp>
    <dsp:sp modelId="{13DF663D-E1E5-4773-B108-BCE836C98611}">
      <dsp:nvSpPr>
        <dsp:cNvPr id="0" name=""/>
        <dsp:cNvSpPr/>
      </dsp:nvSpPr>
      <dsp:spPr>
        <a:xfrm>
          <a:off x="546391" y="1373522"/>
          <a:ext cx="7649480" cy="47232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Logical Level</a:t>
          </a:r>
        </a:p>
      </dsp:txBody>
      <dsp:txXfrm>
        <a:off x="569448" y="1396579"/>
        <a:ext cx="7603366" cy="426206"/>
      </dsp:txXfrm>
    </dsp:sp>
    <dsp:sp modelId="{7561B7AB-A572-4778-9718-4C327DC242E4}">
      <dsp:nvSpPr>
        <dsp:cNvPr id="0" name=""/>
        <dsp:cNvSpPr/>
      </dsp:nvSpPr>
      <dsp:spPr>
        <a:xfrm>
          <a:off x="0" y="2864642"/>
          <a:ext cx="10927829" cy="120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121" tIns="333248" rIns="848121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What each users use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Subsets of data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Different representations</a:t>
          </a:r>
        </a:p>
      </dsp:txBody>
      <dsp:txXfrm>
        <a:off x="0" y="2864642"/>
        <a:ext cx="10927829" cy="1209600"/>
      </dsp:txXfrm>
    </dsp:sp>
    <dsp:sp modelId="{B6E696C2-C2FF-42D7-9985-8109D19FA842}">
      <dsp:nvSpPr>
        <dsp:cNvPr id="0" name=""/>
        <dsp:cNvSpPr/>
      </dsp:nvSpPr>
      <dsp:spPr>
        <a:xfrm>
          <a:off x="546391" y="2628482"/>
          <a:ext cx="7649480" cy="47232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View Level</a:t>
          </a:r>
        </a:p>
      </dsp:txBody>
      <dsp:txXfrm>
        <a:off x="569448" y="2651539"/>
        <a:ext cx="7603366" cy="4262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FE2044-6B45-49CE-AA3F-96C6C60CCFDA}">
      <dsp:nvSpPr>
        <dsp:cNvPr id="0" name=""/>
        <dsp:cNvSpPr/>
      </dsp:nvSpPr>
      <dsp:spPr>
        <a:xfrm>
          <a:off x="1061437" y="1060894"/>
          <a:ext cx="1141382" cy="11413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FDAEB8-74DC-4987-84DA-85B447F75C9E}">
      <dsp:nvSpPr>
        <dsp:cNvPr id="0" name=""/>
        <dsp:cNvSpPr/>
      </dsp:nvSpPr>
      <dsp:spPr>
        <a:xfrm>
          <a:off x="1582" y="2291330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Ability to change scheme at one level without affecting the next level up</a:t>
          </a:r>
        </a:p>
      </dsp:txBody>
      <dsp:txXfrm>
        <a:off x="1582" y="2291330"/>
        <a:ext cx="3261093" cy="489164"/>
      </dsp:txXfrm>
    </dsp:sp>
    <dsp:sp modelId="{0B726112-27CE-44AB-B86F-9620D23CAE9C}">
      <dsp:nvSpPr>
        <dsp:cNvPr id="0" name=""/>
        <dsp:cNvSpPr/>
      </dsp:nvSpPr>
      <dsp:spPr>
        <a:xfrm>
          <a:off x="1582" y="2821915"/>
          <a:ext cx="3261093" cy="309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52196C-EE3C-4B3B-9E7A-FB9A354C6C38}">
      <dsp:nvSpPr>
        <dsp:cNvPr id="0" name=""/>
        <dsp:cNvSpPr/>
      </dsp:nvSpPr>
      <dsp:spPr>
        <a:xfrm>
          <a:off x="4893223" y="1060894"/>
          <a:ext cx="1141382" cy="11413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6180A4-3FF6-4280-8FF1-E3D9A5976769}">
      <dsp:nvSpPr>
        <dsp:cNvPr id="0" name=""/>
        <dsp:cNvSpPr/>
      </dsp:nvSpPr>
      <dsp:spPr>
        <a:xfrm>
          <a:off x="3833367" y="2291330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Physical Data Independence</a:t>
          </a:r>
        </a:p>
      </dsp:txBody>
      <dsp:txXfrm>
        <a:off x="3833367" y="2291330"/>
        <a:ext cx="3261093" cy="489164"/>
      </dsp:txXfrm>
    </dsp:sp>
    <dsp:sp modelId="{15EFD4E9-1342-4C8B-991C-B1B16767962E}">
      <dsp:nvSpPr>
        <dsp:cNvPr id="0" name=""/>
        <dsp:cNvSpPr/>
      </dsp:nvSpPr>
      <dsp:spPr>
        <a:xfrm>
          <a:off x="3833367" y="2821915"/>
          <a:ext cx="3261093" cy="309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Change storage method without changing tables or program</a:t>
          </a:r>
        </a:p>
      </dsp:txBody>
      <dsp:txXfrm>
        <a:off x="3833367" y="2821915"/>
        <a:ext cx="3261093" cy="309995"/>
      </dsp:txXfrm>
    </dsp:sp>
    <dsp:sp modelId="{7A7860C6-7111-4350-8EBA-3CA1DC5B66C0}">
      <dsp:nvSpPr>
        <dsp:cNvPr id="0" name=""/>
        <dsp:cNvSpPr/>
      </dsp:nvSpPr>
      <dsp:spPr>
        <a:xfrm>
          <a:off x="8725008" y="1060894"/>
          <a:ext cx="1141382" cy="11413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F0376C-9C8B-45BE-9C37-1DBC6A32E3C4}">
      <dsp:nvSpPr>
        <dsp:cNvPr id="0" name=""/>
        <dsp:cNvSpPr/>
      </dsp:nvSpPr>
      <dsp:spPr>
        <a:xfrm>
          <a:off x="7665152" y="2291330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Logical Data Independence</a:t>
          </a:r>
        </a:p>
      </dsp:txBody>
      <dsp:txXfrm>
        <a:off x="7665152" y="2291330"/>
        <a:ext cx="3261093" cy="489164"/>
      </dsp:txXfrm>
    </dsp:sp>
    <dsp:sp modelId="{3C31BC8C-E4EA-4639-8EE1-D1E7FA2925D7}">
      <dsp:nvSpPr>
        <dsp:cNvPr id="0" name=""/>
        <dsp:cNvSpPr/>
      </dsp:nvSpPr>
      <dsp:spPr>
        <a:xfrm>
          <a:off x="7665152" y="2821915"/>
          <a:ext cx="3261093" cy="309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Change Logical schema without changing user views or applications.</a:t>
          </a:r>
        </a:p>
      </dsp:txBody>
      <dsp:txXfrm>
        <a:off x="7665152" y="2821915"/>
        <a:ext cx="3261093" cy="3099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79925-0EA6-02DD-25CC-C2E68921DE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C7B7E8-71E8-4363-F399-9F39B34737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B9A6E-D967-2636-106F-A5314E0CE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B7062-0E12-A5A2-34DB-32B1D0D13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DEE58-0812-AFB9-8B25-0F1D3BA37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468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14BF2-A987-99B5-2698-3F76FABA7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031C3-5259-4DBB-4CE0-28661CBAD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3B217-240D-82B9-9AF1-0660C9D08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312DA-0D6C-05E1-B85E-FEBE1A6F7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67F7B-720E-B4FA-3BC7-3CE579239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695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BE3A5-BBF7-2325-F4CE-6087E6C5E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E8FD1A-B2FF-50AD-6AB9-B3ABC614F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5D20B-2B81-FAF0-C7CC-1876A8E29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C76A8-58E1-60CF-E935-D66EBF8C0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468F2-11CD-D04D-EC12-9893BD4EC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36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3BFD-6808-B652-4C05-ACF2FA1EA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4AC45-D23B-03C0-308F-E74A842984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5C5414-FDD3-C011-6380-8CF89CB04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7331C0-C33D-B269-CE32-BD67BF1EC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3BFEBF-61DF-B907-FBA7-114D92514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55C76D-9485-B4ED-1BB1-16FB77601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136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F646A-1C39-5217-C2A2-E76C8AE95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0C663E-3B4B-125D-0D76-796F6F108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98176B-E80F-96D3-383C-D4148820E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2181FE-10D9-35B0-B442-A11BF79FFE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6A8CA4-E8BE-5E7C-BEB5-7A23B7F1C3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093B0F-BE15-0A32-645B-9D06B478E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34B8E6-A27A-C7EA-F407-359B027CC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2E21BA-963A-23EB-3227-79CADDF1D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080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70AB0-E8A7-1EA8-E983-0E548A244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DD5C97-577C-2C7B-B79B-B1E1928C4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A5660D-07BA-6854-E5C3-A62F9DB69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4F6ECB-0576-8D51-BED7-23BD01DF6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809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2AD0BB-C66D-CBE7-90AE-4E86702F2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36B7D5-9CAC-2BB9-D364-45F9B84D5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03F97-4767-ADE1-D2F2-879D35C93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353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A1B0F-D169-E0F2-F04F-F8C5DC4FE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C7805-17F9-AA02-41B1-6F08885D6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4A02C3-116C-A475-5677-3B259AC3CB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3696A7-F849-5E6A-217D-716653DB8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48BCA1-5AC9-11E6-F9A7-31841F87F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E257BC-E0F0-7ECB-6971-263E3DA15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2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8E31A-1024-415C-D9B5-FCDE4D6A0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A5AB50-9A41-5189-CEDD-54DADDAFE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C3D5F7-9038-F085-DDF0-9A8DF943B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2903F9-DD77-5BD4-67D6-BC92F1579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83562E-E2EF-178C-84B7-1A29BC526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243BBC-7AAA-2BAB-3350-88FA8650C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291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2E922-BE74-FC5B-6FE9-798BF4407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309CA1-1364-4F9B-3C40-808CAC8CC7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FC67A-62EE-5B47-4C90-FDB913741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29FC1-94CE-F9E0-072F-0175E5AAB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561EA-8E48-6F1C-6750-934F2ABF9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337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708D5C-C0F6-D4A1-78D3-F78B15AC0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52B132-704A-90E1-12A9-A6C660B161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C7C39-3B44-F9C5-4566-BE621C8D8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847AF-1132-0627-51B8-3AAA187C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541D-D7CA-DEE2-C9F6-A8C2F89BB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2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41BFDB-A5C7-FBEF-6726-A9CB9AD29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B5DCB-F7B8-1296-B130-E1A21585D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9758A-E657-F11C-7C19-109A790C3B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8FA79F-CAA4-4BA3-94B9-0C35896CE187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A3DD7-2942-E5AE-C41E-BBAAD616A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C0884-5E6F-4CC1-9478-9F15EEC6A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243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E52B1-1347-21A0-4603-5CDDEF3948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CS3700 Intro to Database &amp; Modelling– Week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400A91-7FC9-E396-71A3-4A57DD09A5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Data, Databases, DBMS and </a:t>
            </a:r>
            <a:r>
              <a:rPr lang="en-US"/>
              <a:t>its architecture</a:t>
            </a:r>
          </a:p>
          <a:p>
            <a:r>
              <a:rPr lang="en-US" dirty="0"/>
              <a:t>Bibek Raj Joshi</a:t>
            </a:r>
          </a:p>
          <a:p>
            <a:r>
              <a:rPr lang="en-US" dirty="0"/>
              <a:t>Spring 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23D876-CD84-6E0D-1C36-9605C78316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665" y="4952299"/>
            <a:ext cx="3310135" cy="156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088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6AAD0A-844A-F97C-C77F-ED13FC89A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Software to Install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81A5B-7174-1E43-1904-6E02B21E6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/>
              <a:t>MariaDB</a:t>
            </a:r>
          </a:p>
          <a:p>
            <a:r>
              <a:rPr lang="en-US" sz="2000"/>
              <a:t>DBeaver</a:t>
            </a:r>
          </a:p>
          <a:p>
            <a:endParaRPr lang="en-US" sz="20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A5F0F3-8049-BC84-22CB-2387AD7EE5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007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DA8A5-7C8E-CDBC-28B3-A12D03BEC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vs Information vs Database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A3A18-F072-DCB8-B834-334780294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Data: </a:t>
            </a:r>
          </a:p>
          <a:p>
            <a:pPr lvl="1"/>
            <a:r>
              <a:rPr lang="en-US"/>
              <a:t>Raw facts</a:t>
            </a:r>
          </a:p>
          <a:p>
            <a:pPr lvl="2"/>
            <a:r>
              <a:rPr lang="en-US"/>
              <a:t>Numbers</a:t>
            </a:r>
            <a:endParaRPr lang="en-US" dirty="0"/>
          </a:p>
          <a:p>
            <a:pPr lvl="2"/>
            <a:r>
              <a:rPr lang="en-US" dirty="0"/>
              <a:t>Texts</a:t>
            </a:r>
          </a:p>
          <a:p>
            <a:pPr lvl="2"/>
            <a:r>
              <a:rPr lang="en-US" dirty="0"/>
              <a:t>Measurements</a:t>
            </a:r>
          </a:p>
          <a:p>
            <a:pPr lvl="1"/>
            <a:r>
              <a:rPr lang="en-US"/>
              <a:t>Example:</a:t>
            </a:r>
          </a:p>
          <a:p>
            <a:pPr lvl="2"/>
            <a:r>
              <a:rPr lang="en-US"/>
              <a:t>101</a:t>
            </a:r>
            <a:r>
              <a:rPr lang="en-US" dirty="0"/>
              <a:t>, Aang, 3.91, 2026-01-15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marL="914400" lvl="2" indent="0">
              <a:buNone/>
            </a:pPr>
            <a:r>
              <a:rPr lang="en-US">
                <a:solidFill>
                  <a:srgbClr val="FF0000"/>
                </a:solidFill>
              </a:rPr>
              <a:t>By itself, data has no meaning</a:t>
            </a:r>
          </a:p>
          <a:p>
            <a:pPr lvl="2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C64C27-A5E0-3BF0-D52C-170D8BC942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5095" y="2087879"/>
            <a:ext cx="6433764" cy="30090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DD5C7B-1116-FDC6-1C4F-2DD1939C2C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152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2A887-E2C8-C815-32FB-F081C25C2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B7392-3013-67E6-A09A-4EF321D1B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vs Information vs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5BCE3-C4E1-29DB-CB9A-1380B48A8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Information: </a:t>
            </a:r>
          </a:p>
          <a:p>
            <a:pPr lvl="1"/>
            <a:r>
              <a:rPr lang="en-US" dirty="0"/>
              <a:t>Processed, organized and contextualized data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Now we can: 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Query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Compare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Reason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Decide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E57AAF2-6B38-B583-C113-6F4ED23358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7431561"/>
              </p:ext>
            </p:extLst>
          </p:nvPr>
        </p:nvGraphicFramePr>
        <p:xfrm>
          <a:off x="2032000" y="2878666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84483314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8558833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461793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28863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Student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First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Enrollment 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2202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2026-01-15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670900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57998AFC-CFEC-6496-8EBB-7E6B72F6E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586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3F5200-9606-C151-100B-1C52A098C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92B88D-4A18-F67F-C034-808AA6A03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Data vs Information vs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5B741-D2C5-4548-8A96-50FC71649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/>
              <a:t>Database: </a:t>
            </a:r>
          </a:p>
          <a:p>
            <a:pPr lvl="1"/>
            <a:r>
              <a:rPr lang="en-US" sz="2000"/>
              <a:t>A database is a shared, integrated, and locally related collection of data designed to meet the information needs of an organization. (Silberschatz et. al.)</a:t>
            </a:r>
          </a:p>
          <a:p>
            <a:pPr lvl="1"/>
            <a:r>
              <a:rPr lang="en-US" sz="2000"/>
              <a:t>Key Properties</a:t>
            </a:r>
          </a:p>
          <a:p>
            <a:pPr lvl="2"/>
            <a:r>
              <a:rPr lang="en-US" dirty="0"/>
              <a:t>Represents some aspect of the real world</a:t>
            </a:r>
          </a:p>
          <a:p>
            <a:pPr lvl="2"/>
            <a:r>
              <a:rPr lang="en-US" dirty="0"/>
              <a:t>Is logically coherent</a:t>
            </a:r>
          </a:p>
          <a:p>
            <a:pPr lvl="2"/>
            <a:r>
              <a:rPr lang="en-US" dirty="0"/>
              <a:t>Has inherent meaning</a:t>
            </a:r>
          </a:p>
          <a:p>
            <a:pPr lvl="2"/>
            <a:r>
              <a:rPr lang="en-US" dirty="0"/>
              <a:t>Is designed for a specific purpose</a:t>
            </a:r>
          </a:p>
          <a:p>
            <a:pPr lvl="1"/>
            <a:endParaRPr lang="en-US" sz="2000"/>
          </a:p>
          <a:p>
            <a:pPr lvl="2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5A06D9-A8F4-77A2-4781-F2705D21BA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85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AB15F8-9150-1281-6ADE-5D199A6CE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956A14-707B-AFB8-D590-FA022AA9D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Data vs Information vs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8F209-6EDA-267A-1CF6-5DEF44C55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/>
              <a:t>Example:</a:t>
            </a:r>
          </a:p>
          <a:p>
            <a:pPr lvl="1"/>
            <a:r>
              <a:rPr lang="en-US" sz="2000"/>
              <a:t>University systems: </a:t>
            </a:r>
          </a:p>
          <a:p>
            <a:pPr lvl="2"/>
            <a:r>
              <a:rPr lang="en-US" dirty="0"/>
              <a:t>Students, Courses, Instructor, Enrollments</a:t>
            </a:r>
          </a:p>
          <a:p>
            <a:pPr lvl="1"/>
            <a:r>
              <a:rPr lang="en-US" sz="2000"/>
              <a:t>Netflix: </a:t>
            </a:r>
          </a:p>
          <a:p>
            <a:pPr lvl="2"/>
            <a:r>
              <a:rPr lang="en-US" dirty="0"/>
              <a:t>Users, Movie, Watch History, Rating</a:t>
            </a:r>
          </a:p>
          <a:p>
            <a:pPr lvl="1"/>
            <a:r>
              <a:rPr lang="en-US" sz="2000"/>
              <a:t>Amazon: </a:t>
            </a:r>
          </a:p>
          <a:p>
            <a:pPr lvl="2"/>
            <a:r>
              <a:rPr lang="en-US" dirty="0"/>
              <a:t>Customers, Orders, Products, Payments </a:t>
            </a:r>
          </a:p>
          <a:p>
            <a:pPr lvl="1"/>
            <a:endParaRPr lang="en-US" sz="2000"/>
          </a:p>
          <a:p>
            <a:pPr lvl="2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647DD5-7EB6-A743-BBEB-C7425EDD0F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058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83B352-F8C6-01D7-5B59-070EBED65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1F22CC-531B-F7E7-D0BB-5215AA1B4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What is a DBMS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9295C-473C-0DE9-28AF-B2DBAC09C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1700"/>
              <a:t>A Database Management System(DBMS) is a software that enables users to define, create, maintain, and control access to a database. </a:t>
            </a:r>
          </a:p>
          <a:p>
            <a:r>
              <a:rPr lang="en-US" sz="1700"/>
              <a:t>Functions: </a:t>
            </a:r>
          </a:p>
          <a:p>
            <a:pPr lvl="1"/>
            <a:r>
              <a:rPr lang="en-US" sz="1700"/>
              <a:t>Data definition</a:t>
            </a:r>
          </a:p>
          <a:p>
            <a:pPr lvl="1"/>
            <a:r>
              <a:rPr lang="en-US" sz="1700"/>
              <a:t>Data Storage</a:t>
            </a:r>
          </a:p>
          <a:p>
            <a:pPr lvl="1"/>
            <a:r>
              <a:rPr lang="en-US" sz="1700"/>
              <a:t>Data Retrieval</a:t>
            </a:r>
          </a:p>
          <a:p>
            <a:pPr lvl="1"/>
            <a:r>
              <a:rPr lang="en-US" sz="1700"/>
              <a:t>Security</a:t>
            </a:r>
          </a:p>
          <a:p>
            <a:pPr lvl="1"/>
            <a:r>
              <a:rPr lang="en-US" sz="1700"/>
              <a:t>Integrity</a:t>
            </a:r>
          </a:p>
          <a:p>
            <a:pPr lvl="1"/>
            <a:r>
              <a:rPr lang="en-US" sz="1700"/>
              <a:t>Concurrency</a:t>
            </a:r>
          </a:p>
          <a:p>
            <a:pPr lvl="1"/>
            <a:r>
              <a:rPr lang="en-US" sz="1700"/>
              <a:t>Recovery</a:t>
            </a:r>
          </a:p>
          <a:p>
            <a:pPr marL="457200" lvl="1" indent="0">
              <a:buNone/>
            </a:pPr>
            <a:endParaRPr lang="en-US" sz="1700"/>
          </a:p>
          <a:p>
            <a:pPr marL="457200" lvl="1" indent="0">
              <a:buNone/>
            </a:pPr>
            <a:r>
              <a:rPr lang="en-US" sz="1700"/>
              <a:t>We’re going to be using the combination of MariaDB + Dbeaver.</a:t>
            </a:r>
          </a:p>
          <a:p>
            <a:pPr lvl="1"/>
            <a:endParaRPr lang="en-US" sz="1700"/>
          </a:p>
          <a:p>
            <a:pPr lvl="2"/>
            <a:endParaRPr lang="en-US" sz="17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6864BB-F362-39E6-F217-540BFFDA0B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678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5F8B0C-9173-2F5D-F35D-DBD0C7F2F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4A329F-EB0B-E245-6999-22FAC482C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Database System != DBMS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465CF-736C-1A3C-34EF-9E2824CE0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/>
              <a:t>A database system includes:</a:t>
            </a:r>
          </a:p>
          <a:p>
            <a:pPr lvl="1"/>
            <a:r>
              <a:rPr lang="en-US" sz="2000"/>
              <a:t>The database</a:t>
            </a:r>
          </a:p>
          <a:p>
            <a:pPr lvl="1"/>
            <a:r>
              <a:rPr lang="en-US" sz="2000"/>
              <a:t>DBMS software</a:t>
            </a:r>
          </a:p>
          <a:p>
            <a:pPr lvl="1"/>
            <a:r>
              <a:rPr lang="en-US" sz="2000"/>
              <a:t>Application programs</a:t>
            </a:r>
          </a:p>
          <a:p>
            <a:pPr lvl="1"/>
            <a:r>
              <a:rPr lang="en-US" sz="2000"/>
              <a:t>Users</a:t>
            </a:r>
          </a:p>
          <a:p>
            <a:pPr lvl="1"/>
            <a:r>
              <a:rPr lang="en-US" sz="2000"/>
              <a:t>Hardware</a:t>
            </a:r>
          </a:p>
          <a:p>
            <a:pPr lvl="1"/>
            <a:r>
              <a:rPr lang="en-US" sz="2000"/>
              <a:t>Procedures </a:t>
            </a:r>
          </a:p>
          <a:p>
            <a:pPr lvl="1"/>
            <a:endParaRPr lang="en-US" sz="2000"/>
          </a:p>
          <a:p>
            <a:pPr lvl="2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223C3B-A46B-CEF0-58E8-3A1470A64A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468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9F94DA-3EFA-C60F-F95D-E5A9ADBA0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2A1F4D-BF97-9662-46FE-5BBBC948E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Database System != DBMS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8544D-4BE8-5BB8-2172-5BC494222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/>
              <a:t>Real-world Database Applications:</a:t>
            </a:r>
          </a:p>
          <a:p>
            <a:pPr lvl="1"/>
            <a:r>
              <a:rPr lang="en-US" sz="2000"/>
              <a:t>Banking Systems</a:t>
            </a:r>
          </a:p>
          <a:p>
            <a:pPr lvl="1"/>
            <a:r>
              <a:rPr lang="en-US" sz="2000"/>
              <a:t>Airline Reservation Systems</a:t>
            </a:r>
          </a:p>
          <a:p>
            <a:pPr lvl="1"/>
            <a:r>
              <a:rPr lang="en-US" sz="2000"/>
              <a:t>University System</a:t>
            </a:r>
          </a:p>
          <a:p>
            <a:pPr lvl="1"/>
            <a:r>
              <a:rPr lang="en-US" sz="2000"/>
              <a:t>Hospital System</a:t>
            </a:r>
          </a:p>
          <a:p>
            <a:pPr lvl="1"/>
            <a:r>
              <a:rPr lang="en-US" sz="2000"/>
              <a:t>E-commerce Platforms</a:t>
            </a:r>
          </a:p>
          <a:p>
            <a:pPr lvl="1"/>
            <a:r>
              <a:rPr lang="en-US" sz="2000"/>
              <a:t>Social Media</a:t>
            </a:r>
          </a:p>
          <a:p>
            <a:pPr lvl="1"/>
            <a:r>
              <a:rPr lang="en-US" sz="2000"/>
              <a:t>Government Records…et cetera. </a:t>
            </a:r>
          </a:p>
          <a:p>
            <a:pPr lvl="1"/>
            <a:endParaRPr lang="en-US" sz="2000"/>
          </a:p>
          <a:p>
            <a:pPr lvl="2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803B11-79CD-AEBD-0B33-3CCBF6578C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333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9C4CC0-D5AC-758F-3EDF-3BAF604C1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12512C-ECD0-3749-2EF2-3DA4F6364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File-Based Systems vs Databases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81A27-24D9-12A7-E9FF-64A12A130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/>
              <a:t>What is a File Processing System? </a:t>
            </a:r>
          </a:p>
          <a:p>
            <a:pPr lvl="1"/>
            <a:r>
              <a:rPr lang="en-US" sz="2000"/>
              <a:t>Old: </a:t>
            </a:r>
          </a:p>
          <a:p>
            <a:pPr lvl="2"/>
            <a:r>
              <a:rPr lang="en-US" dirty="0"/>
              <a:t>Each application manages its own files</a:t>
            </a:r>
          </a:p>
          <a:p>
            <a:pPr lvl="2"/>
            <a:r>
              <a:rPr lang="en-US" dirty="0"/>
              <a:t>No central control</a:t>
            </a:r>
          </a:p>
          <a:p>
            <a:pPr lvl="2"/>
            <a:r>
              <a:rPr lang="en-US" dirty="0"/>
              <a:t>No Global consistency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Payroll app -&gt; payroll.txt</a:t>
            </a:r>
          </a:p>
          <a:p>
            <a:pPr lvl="2"/>
            <a:r>
              <a:rPr lang="en-US" dirty="0"/>
              <a:t>HR app -&gt; employees.txt</a:t>
            </a:r>
          </a:p>
          <a:p>
            <a:pPr lvl="2"/>
            <a:r>
              <a:rPr lang="en-US" dirty="0"/>
              <a:t>Registration app -&gt; students.txt</a:t>
            </a:r>
          </a:p>
          <a:p>
            <a:pPr lvl="1"/>
            <a:endParaRPr lang="en-US" sz="2000"/>
          </a:p>
          <a:p>
            <a:pPr lvl="2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D19E15-322F-4754-0E07-2BF251C074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078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3B1CB8-78BE-5EA3-E41A-E362BB842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F08094-4D27-7BB2-A4D8-147BB241C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Problems with File based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1CC2B-9535-3708-18D0-AE0C104B1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/>
              <a:t>Data Redundancy: Same data stored in multiple places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Data Inconsistency: Copies disagree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Difficulty in access data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Integrity Problems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Atomicity problems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Concurrent Access anomalies: Users overwriting each other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Security problems: no centralized access control</a:t>
            </a:r>
          </a:p>
          <a:p>
            <a:pPr lvl="2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DC3819-530F-F22E-D9DF-2CF996034C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582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44683F-C40F-94A8-1AE8-5B4BFCEEC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4176DA-8FB5-892F-CE75-06E1FC2F4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How DBMS solves these?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1FD4A-7499-623A-DB42-48152B59B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/>
              <a:t>Redundance </a:t>
            </a:r>
            <a:r>
              <a:rPr lang="en-US" sz="2000">
                <a:sym typeface="Wingdings" panose="05000000000000000000" pitchFamily="2" charset="2"/>
              </a:rPr>
              <a:t> Centralized Data</a:t>
            </a:r>
          </a:p>
          <a:p>
            <a:r>
              <a:rPr lang="en-US" sz="2000">
                <a:sym typeface="Wingdings" panose="05000000000000000000" pitchFamily="2" charset="2"/>
              </a:rPr>
              <a:t>Inconsistency  Single source of truth</a:t>
            </a:r>
          </a:p>
          <a:p>
            <a:r>
              <a:rPr lang="en-US" sz="2000">
                <a:sym typeface="Wingdings" panose="05000000000000000000" pitchFamily="2" charset="2"/>
              </a:rPr>
              <a:t>Access  SQL</a:t>
            </a:r>
          </a:p>
          <a:p>
            <a:r>
              <a:rPr lang="en-US" sz="2000">
                <a:sym typeface="Wingdings" panose="05000000000000000000" pitchFamily="2" charset="2"/>
              </a:rPr>
              <a:t>Integrity  Constraints</a:t>
            </a:r>
          </a:p>
          <a:p>
            <a:r>
              <a:rPr lang="en-US" sz="2000">
                <a:sym typeface="Wingdings" panose="05000000000000000000" pitchFamily="2" charset="2"/>
              </a:rPr>
              <a:t>Atomicity Transactions</a:t>
            </a:r>
          </a:p>
          <a:p>
            <a:r>
              <a:rPr lang="en-US" sz="2000">
                <a:sym typeface="Wingdings" panose="05000000000000000000" pitchFamily="2" charset="2"/>
              </a:rPr>
              <a:t>Concurrency  Locking</a:t>
            </a:r>
          </a:p>
          <a:p>
            <a:r>
              <a:rPr lang="en-US" sz="2000">
                <a:sym typeface="Wingdings" panose="05000000000000000000" pitchFamily="2" charset="2"/>
              </a:rPr>
              <a:t>Security  Roles &amp; Privileges</a:t>
            </a:r>
          </a:p>
          <a:p>
            <a:pPr lvl="2"/>
            <a:endParaRPr lang="en-US" dirty="0">
              <a:sym typeface="Wingdings" panose="05000000000000000000" pitchFamily="2" charset="2"/>
            </a:endParaRPr>
          </a:p>
          <a:p>
            <a:pPr lvl="2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BDE336-D539-06C0-9C34-7DAF98F59C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732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356B2D-726C-7551-83A3-EC63A9122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B3E62C-9151-B6D8-E9EE-F5A4B843A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Types of Database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0CF6E-6128-987C-E0D2-544B1E765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/>
              <a:t>Database Administrators(DBA)</a:t>
            </a:r>
          </a:p>
          <a:p>
            <a:pPr lvl="1"/>
            <a:r>
              <a:rPr lang="en-US" sz="2000"/>
              <a:t>Define Schema</a:t>
            </a:r>
          </a:p>
          <a:p>
            <a:pPr lvl="1"/>
            <a:r>
              <a:rPr lang="en-US" sz="2000"/>
              <a:t>Control authorization and security</a:t>
            </a:r>
          </a:p>
          <a:p>
            <a:pPr lvl="1"/>
            <a:r>
              <a:rPr lang="en-US" sz="2000"/>
              <a:t>Performance tuning</a:t>
            </a:r>
          </a:p>
          <a:p>
            <a:pPr lvl="1"/>
            <a:r>
              <a:rPr lang="en-US" sz="2000"/>
              <a:t>Backup &amp; Recovery</a:t>
            </a:r>
          </a:p>
          <a:p>
            <a:pPr lvl="1"/>
            <a:r>
              <a:rPr lang="en-US" sz="2000"/>
              <a:t>Storage management</a:t>
            </a:r>
          </a:p>
          <a:p>
            <a:pPr lvl="1"/>
            <a:r>
              <a:rPr lang="en-US" sz="2000"/>
              <a:t>Monitoring usage</a:t>
            </a:r>
          </a:p>
          <a:p>
            <a:pPr lvl="3"/>
            <a:endParaRPr lang="en-US" sz="2000"/>
          </a:p>
          <a:p>
            <a:pPr marL="1371600" lvl="3" indent="0">
              <a:buNone/>
            </a:pPr>
            <a:r>
              <a:rPr lang="en-US" sz="2000"/>
              <a:t>The DBA is responsible for the overall control of the database system.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F4E825-5398-92C0-7F07-B836EC1176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275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124C13-8B72-868E-65E6-64382586B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AAFB40-D60A-23AD-F194-9F6390689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Types of Database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56213-6B53-9EA7-B7ED-F484A0DEC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/>
              <a:t>Database Designers</a:t>
            </a:r>
          </a:p>
          <a:p>
            <a:pPr lvl="1"/>
            <a:r>
              <a:rPr lang="en-US" sz="2000"/>
              <a:t>Identify</a:t>
            </a:r>
          </a:p>
          <a:p>
            <a:pPr lvl="2"/>
            <a:r>
              <a:rPr lang="en-US" dirty="0"/>
              <a:t>Data to store</a:t>
            </a:r>
          </a:p>
          <a:p>
            <a:pPr lvl="2"/>
            <a:r>
              <a:rPr lang="en-US" dirty="0"/>
              <a:t>Relationships</a:t>
            </a:r>
          </a:p>
          <a:p>
            <a:pPr lvl="2"/>
            <a:r>
              <a:rPr lang="en-US" dirty="0"/>
              <a:t>Constraints</a:t>
            </a:r>
          </a:p>
          <a:p>
            <a:pPr lvl="1"/>
            <a:r>
              <a:rPr lang="en-US" sz="2000"/>
              <a:t>Work before any tables are created</a:t>
            </a:r>
          </a:p>
          <a:p>
            <a:pPr lvl="1"/>
            <a:r>
              <a:rPr lang="en-US" sz="2000"/>
              <a:t>Use:</a:t>
            </a:r>
          </a:p>
          <a:p>
            <a:pPr lvl="2"/>
            <a:r>
              <a:rPr lang="en-US" dirty="0"/>
              <a:t>Entity Relationship(ER) diagrams</a:t>
            </a:r>
          </a:p>
          <a:p>
            <a:pPr lvl="2"/>
            <a:r>
              <a:rPr lang="en-US" dirty="0"/>
              <a:t>Conceptual Models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2FEC34-5B04-91E3-7D25-E4D993441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5939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4D7D20-EE1C-699F-FDCD-E089A2CC1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E36417-B104-597C-A759-B2D38CE0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Types of Database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3F8DA-A134-46C6-D122-46D1E93556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/>
              <a:t>Application Programmers / Developers</a:t>
            </a:r>
          </a:p>
          <a:p>
            <a:pPr lvl="1"/>
            <a:r>
              <a:rPr lang="en-US" sz="2000"/>
              <a:t>Write: </a:t>
            </a:r>
          </a:p>
          <a:p>
            <a:pPr lvl="2"/>
            <a:r>
              <a:rPr lang="en-US" dirty="0"/>
              <a:t>Backend Code</a:t>
            </a:r>
          </a:p>
          <a:p>
            <a:pPr lvl="2"/>
            <a:r>
              <a:rPr lang="en-US" dirty="0"/>
              <a:t>Web apps</a:t>
            </a:r>
          </a:p>
          <a:p>
            <a:pPr lvl="2"/>
            <a:r>
              <a:rPr lang="en-US" dirty="0"/>
              <a:t>APIs</a:t>
            </a:r>
          </a:p>
          <a:p>
            <a:pPr lvl="1"/>
            <a:r>
              <a:rPr lang="en-US" sz="2000"/>
              <a:t>Use: </a:t>
            </a:r>
          </a:p>
          <a:p>
            <a:pPr lvl="2"/>
            <a:r>
              <a:rPr lang="en-US" dirty="0"/>
              <a:t>SQL Statements</a:t>
            </a:r>
          </a:p>
          <a:p>
            <a:pPr lvl="2"/>
            <a:r>
              <a:rPr lang="en-US" dirty="0"/>
              <a:t>Object Relational Mapper (ORMs)</a:t>
            </a:r>
          </a:p>
          <a:p>
            <a:pPr lvl="2"/>
            <a:r>
              <a:rPr lang="en-US" dirty="0"/>
              <a:t>Stored Procedures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D65FAF-C3E1-4DB0-DEF0-5BFCE6A96D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867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633352-DDAE-BE66-2D16-6DB83BB37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5A3084-9DB3-7AD2-37AD-9F5B2BF6D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Types of Database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75502-A264-C5CF-7072-870960424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/>
              <a:t>End Users</a:t>
            </a:r>
          </a:p>
          <a:p>
            <a:pPr lvl="1"/>
            <a:r>
              <a:rPr lang="en-US" sz="2000"/>
              <a:t>Naive/parametric users (e.g. bank teller, data entry clerk)</a:t>
            </a:r>
          </a:p>
          <a:p>
            <a:pPr lvl="1"/>
            <a:r>
              <a:rPr lang="en-US" sz="2000"/>
              <a:t>Casual Users</a:t>
            </a:r>
          </a:p>
          <a:p>
            <a:pPr lvl="1"/>
            <a:r>
              <a:rPr lang="en-US" sz="2000"/>
              <a:t>Sophisticated Users</a:t>
            </a:r>
          </a:p>
          <a:p>
            <a:pPr lvl="1"/>
            <a:r>
              <a:rPr lang="en-US" sz="2000"/>
              <a:t>Standalone users</a:t>
            </a:r>
          </a:p>
          <a:p>
            <a:pPr lvl="1"/>
            <a:endParaRPr lang="en-US" sz="2000"/>
          </a:p>
          <a:p>
            <a:pPr lvl="1"/>
            <a:endParaRPr lang="en-US" sz="2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6D2469-CF96-F559-DB80-54EA07E615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5005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33738-636F-3843-9BC8-E9920D660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B9F1F-374A-5FCC-0BF8-7678B619F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High-level DBMS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79F37-004E-0A7B-B5B4-9CF7782D0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C84E10-3D7E-4A18-A878-B6E8D5E44C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25AA4D-8A00-99D8-7B58-A5A1BDC02A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720862"/>
              </p:ext>
            </p:extLst>
          </p:nvPr>
        </p:nvGraphicFramePr>
        <p:xfrm>
          <a:off x="3403600" y="2147094"/>
          <a:ext cx="3421743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1743">
                  <a:extLst>
                    <a:ext uri="{9D8B030D-6E8A-4147-A177-3AD203B41FA5}">
                      <a16:colId xmlns:a16="http://schemas.microsoft.com/office/drawing/2014/main" val="34072588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Users/Applications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2052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SQL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780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Query Processor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488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Storage Manager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851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Disk Storage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629614"/>
                  </a:ext>
                </a:extLst>
              </a:tr>
            </a:tbl>
          </a:graphicData>
        </a:graphic>
      </p:graphicFrame>
      <p:sp>
        <p:nvSpPr>
          <p:cNvPr id="5" name="Arrow: Down 4">
            <a:extLst>
              <a:ext uri="{FF2B5EF4-FFF2-40B4-BE49-F238E27FC236}">
                <a16:creationId xmlns:a16="http://schemas.microsoft.com/office/drawing/2014/main" id="{FF1A2961-2D52-FB0F-3914-234BAB971CA2}"/>
              </a:ext>
            </a:extLst>
          </p:cNvPr>
          <p:cNvSpPr/>
          <p:nvPr/>
        </p:nvSpPr>
        <p:spPr>
          <a:xfrm>
            <a:off x="2421467" y="2252133"/>
            <a:ext cx="143933" cy="176953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7221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EE609-4981-C048-7344-E7C815C98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67DE6-4194-2B10-943F-4BC1916B0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Query Processor</a:t>
            </a:r>
          </a:p>
          <a:p>
            <a:pPr lvl="1"/>
            <a:r>
              <a:rPr lang="en-US" dirty="0"/>
              <a:t>Parsing SQL</a:t>
            </a:r>
          </a:p>
          <a:p>
            <a:pPr lvl="1"/>
            <a:r>
              <a:rPr lang="en-US" dirty="0"/>
              <a:t>Optimizing queries</a:t>
            </a:r>
          </a:p>
          <a:p>
            <a:pPr lvl="1"/>
            <a:r>
              <a:rPr lang="en-US" dirty="0"/>
              <a:t>Executing queries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Storage Manager</a:t>
            </a:r>
          </a:p>
          <a:p>
            <a:pPr lvl="1"/>
            <a:r>
              <a:rPr lang="en-US" dirty="0"/>
              <a:t>Storing data on disk</a:t>
            </a:r>
          </a:p>
          <a:p>
            <a:pPr lvl="1"/>
            <a:r>
              <a:rPr lang="en-US" dirty="0"/>
              <a:t>Retrieving data</a:t>
            </a:r>
          </a:p>
          <a:p>
            <a:pPr lvl="1"/>
            <a:r>
              <a:rPr lang="en-US" dirty="0"/>
              <a:t>Managing files and indexes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F76119-B54F-0EEF-E20A-2A7E2F86E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DBMS Component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EDA797-14D7-0211-9496-C3DAC23025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243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E7BC5-3003-964F-294F-F3B9B4A83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6B82D-A43C-291C-887C-789F8A94F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Transaction Manager</a:t>
            </a:r>
          </a:p>
          <a:p>
            <a:pPr lvl="1"/>
            <a:r>
              <a:rPr lang="en-US" dirty="0"/>
              <a:t>Atomicity</a:t>
            </a:r>
          </a:p>
          <a:p>
            <a:pPr lvl="1"/>
            <a:r>
              <a:rPr lang="en-US" dirty="0"/>
              <a:t>Consistency</a:t>
            </a:r>
          </a:p>
          <a:p>
            <a:pPr lvl="1"/>
            <a:r>
              <a:rPr lang="en-US" dirty="0"/>
              <a:t>Isolation</a:t>
            </a:r>
          </a:p>
          <a:p>
            <a:pPr lvl="1"/>
            <a:r>
              <a:rPr lang="en-US" dirty="0"/>
              <a:t>Durability</a:t>
            </a:r>
          </a:p>
          <a:p>
            <a:pPr lvl="1"/>
            <a:endParaRPr lang="en-US" dirty="0"/>
          </a:p>
          <a:p>
            <a:r>
              <a:rPr lang="en-US" dirty="0"/>
              <a:t>Authorization &amp; Integrity Manager</a:t>
            </a:r>
          </a:p>
          <a:p>
            <a:pPr lvl="1"/>
            <a:r>
              <a:rPr lang="en-US" dirty="0"/>
              <a:t>User permissions</a:t>
            </a:r>
          </a:p>
          <a:p>
            <a:pPr lvl="1"/>
            <a:r>
              <a:rPr lang="en-US" dirty="0"/>
              <a:t>Constraints</a:t>
            </a:r>
          </a:p>
          <a:p>
            <a:pPr lvl="1"/>
            <a:r>
              <a:rPr lang="en-US" dirty="0"/>
              <a:t>Keys</a:t>
            </a:r>
          </a:p>
          <a:p>
            <a:pPr lvl="1"/>
            <a:r>
              <a:rPr lang="en-US" dirty="0"/>
              <a:t>Rules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6F940A-3C51-B176-FB3B-2FA51FF3E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DBMS Component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FCB869-3238-A763-5ABB-5D98A72583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7801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D9D7D0-7EB9-B7DA-52AA-B181BA213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The three-level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8BDEC4-3161-7BDD-A74A-A3C65F37A1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50C046DC-4177-6A47-2162-E306ED8A9F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800577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156755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C60A19-6CA3-E7F7-482F-22B1C0B21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Data Independence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1BC68F-E24C-088A-3173-108EB2EF05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96E21CF1-CBB0-A366-0C40-8457F58B79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422914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925126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EE44D-3384-8078-326D-4F68C598B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6F40A-A416-D29A-30FC-F908C99F3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Scalability</a:t>
            </a:r>
          </a:p>
          <a:p>
            <a:r>
              <a:rPr lang="en-US" dirty="0"/>
              <a:t>Maintainability</a:t>
            </a:r>
          </a:p>
          <a:p>
            <a:r>
              <a:rPr lang="en-US" dirty="0"/>
              <a:t>Security</a:t>
            </a:r>
          </a:p>
          <a:p>
            <a:r>
              <a:rPr lang="en-US" dirty="0"/>
              <a:t>Performance tuning</a:t>
            </a:r>
          </a:p>
          <a:p>
            <a:r>
              <a:rPr lang="en-US" dirty="0"/>
              <a:t>Long system lifetime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95692F-5DBC-791F-E800-BBB15915F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This Architecture Matters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7F2436-C86B-777D-7F53-E818061152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8744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6F4CB4-C714-E41D-916C-9E7559A9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Lucida Calligraphy" panose="03010101010101010101" pitchFamily="66" charset="0"/>
              </a:rPr>
              <a:t>finito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5B317C-BE80-FCB8-EB77-5E49DC21E7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064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667</Words>
  <Application>Microsoft Office PowerPoint</Application>
  <PresentationFormat>Widescreen</PresentationFormat>
  <Paragraphs>197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Lucida Calligraphy</vt:lpstr>
      <vt:lpstr>Wingdings</vt:lpstr>
      <vt:lpstr>Office Theme</vt:lpstr>
      <vt:lpstr>CS3700 Intro to Database &amp; Modelling– Week 1</vt:lpstr>
      <vt:lpstr>Software to Install Check</vt:lpstr>
      <vt:lpstr>Data vs Information vs Database</vt:lpstr>
      <vt:lpstr>Data vs Information vs Database</vt:lpstr>
      <vt:lpstr>Data vs Information vs Database</vt:lpstr>
      <vt:lpstr>Data vs Information vs Database</vt:lpstr>
      <vt:lpstr>What is a DBMS</vt:lpstr>
      <vt:lpstr>Database System != DBMS</vt:lpstr>
      <vt:lpstr>Database System != DBMS</vt:lpstr>
      <vt:lpstr>File-Based Systems vs Databases</vt:lpstr>
      <vt:lpstr>Problems with File based systems</vt:lpstr>
      <vt:lpstr>How DBMS solves these?</vt:lpstr>
      <vt:lpstr>Types of Database Users</vt:lpstr>
      <vt:lpstr>Types of Database Users</vt:lpstr>
      <vt:lpstr>Types of Database Users</vt:lpstr>
      <vt:lpstr>Types of Database Users</vt:lpstr>
      <vt:lpstr>High-level DBMS Architecture</vt:lpstr>
      <vt:lpstr>Main DBMS Component</vt:lpstr>
      <vt:lpstr>Main DBMS Component</vt:lpstr>
      <vt:lpstr>The three-level architecture</vt:lpstr>
      <vt:lpstr>Data Independence</vt:lpstr>
      <vt:lpstr>Why This Architecture Matters</vt:lpstr>
      <vt:lpstr>finito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Joshi, Bibek Raj</dc:creator>
  <cp:lastModifiedBy>Joshi, Bibek Raj</cp:lastModifiedBy>
  <cp:revision>8</cp:revision>
  <dcterms:created xsi:type="dcterms:W3CDTF">2026-01-14T05:30:02Z</dcterms:created>
  <dcterms:modified xsi:type="dcterms:W3CDTF">2026-08-24T01:25:57Z</dcterms:modified>
</cp:coreProperties>
</file>